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9"/>
  </p:notesMasterIdLst>
  <p:sldIdLst>
    <p:sldId id="260" r:id="rId4"/>
    <p:sldId id="261" r:id="rId5"/>
    <p:sldId id="263" r:id="rId6"/>
    <p:sldId id="264" r:id="rId7"/>
    <p:sldId id="300" r:id="rId8"/>
    <p:sldId id="267" r:id="rId10"/>
    <p:sldId id="298" r:id="rId11"/>
    <p:sldId id="299" r:id="rId12"/>
    <p:sldId id="273" r:id="rId13"/>
    <p:sldId id="301" r:id="rId14"/>
    <p:sldId id="302" r:id="rId15"/>
    <p:sldId id="303" r:id="rId16"/>
    <p:sldId id="304" r:id="rId17"/>
    <p:sldId id="305" r:id="rId18"/>
    <p:sldId id="307" r:id="rId19"/>
    <p:sldId id="308" r:id="rId20"/>
    <p:sldId id="309" r:id="rId21"/>
    <p:sldId id="310" r:id="rId22"/>
    <p:sldId id="279" r:id="rId23"/>
    <p:sldId id="311" r:id="rId24"/>
    <p:sldId id="312" r:id="rId25"/>
    <p:sldId id="313" r:id="rId26"/>
    <p:sldId id="280" r:id="rId27"/>
    <p:sldId id="315" r:id="rId28"/>
    <p:sldId id="316" r:id="rId29"/>
    <p:sldId id="317" r:id="rId30"/>
    <p:sldId id="296" r:id="rId3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ListItemGroup </a:t>
            </a:r>
            <a:r>
              <a:rPr lang="zh-CN" altLang="en-US"/>
              <a:t>用 </a:t>
            </a:r>
            <a:r>
              <a:rPr lang="en-US" altLang="zh-CN"/>
              <a:t>header </a:t>
            </a:r>
            <a:r>
              <a:rPr lang="zh-CN" altLang="en-US"/>
              <a:t>放圆点和标题，</a:t>
            </a:r>
            <a:r>
              <a:rPr lang="en-US" altLang="zh-CN"/>
              <a:t>body </a:t>
            </a:r>
            <a:r>
              <a:rPr lang="zh-CN" altLang="en-US"/>
              <a:t>放日期、时间、摘要、图片。</a:t>
            </a:r>
            <a:r>
              <a:rPr lang="en-US" altLang="zh-CN"/>
              <a:t>ps:header </a:t>
            </a:r>
            <a:r>
              <a:rPr lang="zh-CN" altLang="en-US"/>
              <a:t>分组头部，也就是时间轴圆点和标题。这样是使用</a:t>
            </a:r>
            <a:r>
              <a:rPr lang="en-US" altLang="zh-CN">
                <a:sym typeface="+mn-ea"/>
              </a:rPr>
              <a:t>ListItemGroup 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ym typeface="+mn-ea"/>
              </a:rPr>
              <a:t>原因</a:t>
            </a:r>
            <a:endParaRPr lang="zh-CN" alt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UploadImageBody</a:t>
            </a:r>
            <a:r>
              <a:rPr lang="zh-CN" altLang="en-US"/>
              <a:t>里转换</a:t>
            </a:r>
            <a:r>
              <a:rPr lang="en-US" altLang="zh-CN"/>
              <a:t>64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tags" Target="../tags/tag136.xml"/><Relationship Id="rId19" Type="http://schemas.openxmlformats.org/officeDocument/2006/relationships/tags" Target="../tags/tag153.xml"/><Relationship Id="rId18" Type="http://schemas.openxmlformats.org/officeDocument/2006/relationships/tags" Target="../tags/tag152.xml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1" Type="http://schemas.openxmlformats.org/officeDocument/2006/relationships/tags" Target="../tags/tag286.xml"/><Relationship Id="rId10" Type="http://schemas.openxmlformats.org/officeDocument/2006/relationships/tags" Target="../tags/tag285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0" Type="http://schemas.openxmlformats.org/officeDocument/2006/relationships/tags" Target="../tags/tag312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4" Type="http://schemas.openxmlformats.org/officeDocument/2006/relationships/tags" Target="../tags/tag325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32.xml"/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1" Type="http://schemas.openxmlformats.org/officeDocument/2006/relationships/tags" Target="../tags/tag355.xml"/><Relationship Id="rId10" Type="http://schemas.openxmlformats.org/officeDocument/2006/relationships/tags" Target="../tags/tag354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0" Type="http://schemas.openxmlformats.org/officeDocument/2006/relationships/tags" Target="../tags/tag364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>
            <a:off x="9279881" y="-317"/>
            <a:ext cx="2912119" cy="24052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8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8"/>
                </a:lnTo>
                <a:cubicBezTo>
                  <a:pt x="2733" y="3803"/>
                  <a:pt x="992" y="2714"/>
                  <a:pt x="264" y="912"/>
                </a:cubicBezTo>
                <a:cubicBezTo>
                  <a:pt x="145" y="618"/>
                  <a:pt x="59" y="319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7258685" y="1626870"/>
            <a:ext cx="4933315" cy="5231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769" h="8239">
                <a:moveTo>
                  <a:pt x="5282" y="0"/>
                </a:moveTo>
                <a:cubicBezTo>
                  <a:pt x="6171" y="0"/>
                  <a:pt x="7008" y="220"/>
                  <a:pt x="7743" y="607"/>
                </a:cubicBezTo>
                <a:lnTo>
                  <a:pt x="7769" y="621"/>
                </a:lnTo>
                <a:lnTo>
                  <a:pt x="7769" y="8239"/>
                </a:lnTo>
                <a:lnTo>
                  <a:pt x="904" y="8239"/>
                </a:lnTo>
                <a:lnTo>
                  <a:pt x="902" y="8235"/>
                </a:lnTo>
                <a:cubicBezTo>
                  <a:pt x="333" y="7392"/>
                  <a:pt x="0" y="6376"/>
                  <a:pt x="0" y="5282"/>
                </a:cubicBezTo>
                <a:cubicBezTo>
                  <a:pt x="0" y="2365"/>
                  <a:pt x="2365" y="0"/>
                  <a:pt x="528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65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弧形 21"/>
          <p:cNvSpPr/>
          <p:nvPr userDrawn="1"/>
        </p:nvSpPr>
        <p:spPr>
          <a:xfrm rot="21000000">
            <a:off x="5304790" y="4150360"/>
            <a:ext cx="8155305" cy="1489075"/>
          </a:xfrm>
          <a:prstGeom prst="arc">
            <a:avLst>
              <a:gd name="adj1" fmla="val 663419"/>
              <a:gd name="adj2" fmla="val 1186677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5824855" y="4872355"/>
            <a:ext cx="336550" cy="3365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/>
        </p:nvSpPr>
        <p:spPr>
          <a:xfrm>
            <a:off x="10908030" y="5048885"/>
            <a:ext cx="562610" cy="5626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>
            <a:off x="9279881" y="-317"/>
            <a:ext cx="2912119" cy="24052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8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8"/>
                </a:lnTo>
                <a:cubicBezTo>
                  <a:pt x="2733" y="3803"/>
                  <a:pt x="992" y="2714"/>
                  <a:pt x="264" y="912"/>
                </a:cubicBezTo>
                <a:cubicBezTo>
                  <a:pt x="145" y="618"/>
                  <a:pt x="59" y="319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7258685" y="1626870"/>
            <a:ext cx="4933315" cy="5231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769" h="8239">
                <a:moveTo>
                  <a:pt x="5282" y="0"/>
                </a:moveTo>
                <a:cubicBezTo>
                  <a:pt x="6171" y="0"/>
                  <a:pt x="7008" y="220"/>
                  <a:pt x="7743" y="607"/>
                </a:cubicBezTo>
                <a:lnTo>
                  <a:pt x="7769" y="621"/>
                </a:lnTo>
                <a:lnTo>
                  <a:pt x="7769" y="8239"/>
                </a:lnTo>
                <a:lnTo>
                  <a:pt x="904" y="8239"/>
                </a:lnTo>
                <a:lnTo>
                  <a:pt x="902" y="8235"/>
                </a:lnTo>
                <a:cubicBezTo>
                  <a:pt x="333" y="7392"/>
                  <a:pt x="0" y="6376"/>
                  <a:pt x="0" y="5282"/>
                </a:cubicBezTo>
                <a:cubicBezTo>
                  <a:pt x="0" y="2365"/>
                  <a:pt x="2365" y="0"/>
                  <a:pt x="528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65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 userDrawn="1"/>
        </p:nvSpPr>
        <p:spPr>
          <a:xfrm flipH="1" flipV="1">
            <a:off x="0" y="0"/>
            <a:ext cx="2834640" cy="18903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468" h="2978">
                <a:moveTo>
                  <a:pt x="3038" y="0"/>
                </a:moveTo>
                <a:cubicBezTo>
                  <a:pt x="3549" y="0"/>
                  <a:pt x="4031" y="126"/>
                  <a:pt x="4454" y="349"/>
                </a:cubicBezTo>
                <a:lnTo>
                  <a:pt x="4468" y="357"/>
                </a:lnTo>
                <a:lnTo>
                  <a:pt x="4468" y="2978"/>
                </a:lnTo>
                <a:lnTo>
                  <a:pt x="0" y="2978"/>
                </a:lnTo>
                <a:lnTo>
                  <a:pt x="0" y="2960"/>
                </a:lnTo>
                <a:cubicBezTo>
                  <a:pt x="42" y="1318"/>
                  <a:pt x="1386" y="0"/>
                  <a:pt x="3038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8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42" name="组合 41"/>
          <p:cNvGrpSpPr/>
          <p:nvPr userDrawn="1"/>
        </p:nvGrpSpPr>
        <p:grpSpPr>
          <a:xfrm>
            <a:off x="10106660" y="556260"/>
            <a:ext cx="735330" cy="128905"/>
            <a:chOff x="13645" y="895"/>
            <a:chExt cx="1967" cy="344"/>
          </a:xfrm>
        </p:grpSpPr>
        <p:sp>
          <p:nvSpPr>
            <p:cNvPr id="7" name="缺角矩形 6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缺角矩形 38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缺角矩形 35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缺角矩形 3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633730" y="549275"/>
            <a:ext cx="735330" cy="128905"/>
            <a:chOff x="13645" y="895"/>
            <a:chExt cx="1967" cy="344"/>
          </a:xfrm>
        </p:grpSpPr>
        <p:sp>
          <p:nvSpPr>
            <p:cNvPr id="50" name="缺角矩形 49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缺角矩形 50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缺角矩形 51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缺角矩形 52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0" name="弧形 59"/>
          <p:cNvSpPr/>
          <p:nvPr userDrawn="1"/>
        </p:nvSpPr>
        <p:spPr>
          <a:xfrm rot="21000000">
            <a:off x="5304790" y="4150360"/>
            <a:ext cx="8155305" cy="1489075"/>
          </a:xfrm>
          <a:prstGeom prst="arc">
            <a:avLst>
              <a:gd name="adj1" fmla="val 663419"/>
              <a:gd name="adj2" fmla="val 1186677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010221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3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10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3"/>
            </p:custDataLst>
          </p:nvPr>
        </p:nvSpPr>
        <p:spPr>
          <a:xfrm>
            <a:off x="5486400" y="4521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5130800" y="4343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4083050" y="4445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86400" y="1879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5130800" y="1701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083050" y="1803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12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13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5486400" y="5181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4"/>
            </p:custDataLst>
          </p:nvPr>
        </p:nvSpPr>
        <p:spPr>
          <a:xfrm>
            <a:off x="5130800" y="5003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4083050" y="510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5486400" y="1219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130800" y="1041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083050" y="114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1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16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7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3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0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3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5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2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3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6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4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5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8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9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3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4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5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0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16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8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19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1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5532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5532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532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2"/>
            </p:custDataLst>
          </p:nvPr>
        </p:nvSpPr>
        <p:spPr>
          <a:xfrm>
            <a:off x="1143000" y="22606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292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4038600" y="22606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35052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505200" y="4292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6" hasCustomPrompt="1"/>
            <p:custDataLst>
              <p:tags r:id="rId9"/>
            </p:custDataLst>
          </p:nvPr>
        </p:nvSpPr>
        <p:spPr>
          <a:xfrm>
            <a:off x="6934200" y="22606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4008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00800" y="4292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9829800" y="22606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3784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4292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2">
    <p:spTree>
      <p:nvGrpSpPr>
        <p:cNvPr id="1" name=""/>
        <p:cNvGrpSpPr/>
        <p:nvPr/>
      </p:nvGrpSpPr>
      <p:grpSpPr/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>
            <a:off x="9279881" y="-317"/>
            <a:ext cx="2912119" cy="24052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8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8"/>
                </a:lnTo>
                <a:cubicBezTo>
                  <a:pt x="2733" y="3803"/>
                  <a:pt x="992" y="2714"/>
                  <a:pt x="264" y="912"/>
                </a:cubicBezTo>
                <a:cubicBezTo>
                  <a:pt x="145" y="618"/>
                  <a:pt x="59" y="319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7258685" y="1626870"/>
            <a:ext cx="4933315" cy="5231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769" h="8239">
                <a:moveTo>
                  <a:pt x="5282" y="0"/>
                </a:moveTo>
                <a:cubicBezTo>
                  <a:pt x="6171" y="0"/>
                  <a:pt x="7008" y="220"/>
                  <a:pt x="7743" y="607"/>
                </a:cubicBezTo>
                <a:lnTo>
                  <a:pt x="7769" y="621"/>
                </a:lnTo>
                <a:lnTo>
                  <a:pt x="7769" y="8239"/>
                </a:lnTo>
                <a:lnTo>
                  <a:pt x="904" y="8239"/>
                </a:lnTo>
                <a:lnTo>
                  <a:pt x="902" y="8235"/>
                </a:lnTo>
                <a:cubicBezTo>
                  <a:pt x="333" y="7392"/>
                  <a:pt x="0" y="6376"/>
                  <a:pt x="0" y="5282"/>
                </a:cubicBezTo>
                <a:cubicBezTo>
                  <a:pt x="0" y="2365"/>
                  <a:pt x="2365" y="0"/>
                  <a:pt x="528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65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弧形 21"/>
          <p:cNvSpPr/>
          <p:nvPr userDrawn="1"/>
        </p:nvSpPr>
        <p:spPr>
          <a:xfrm rot="21000000">
            <a:off x="5304790" y="4150360"/>
            <a:ext cx="8155305" cy="1489075"/>
          </a:xfrm>
          <a:prstGeom prst="arc">
            <a:avLst>
              <a:gd name="adj1" fmla="val 663419"/>
              <a:gd name="adj2" fmla="val 1186677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5824855" y="4872355"/>
            <a:ext cx="336550" cy="3365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/>
        </p:nvSpPr>
        <p:spPr>
          <a:xfrm>
            <a:off x="10908030" y="5048885"/>
            <a:ext cx="562610" cy="5626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68580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68580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2"/>
            </p:custDataLst>
          </p:nvPr>
        </p:nvSpPr>
        <p:spPr>
          <a:xfrm>
            <a:off x="21336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4384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4384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77724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62484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0772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0772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9144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9144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图片占位符 21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65532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65532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4165600" y="15240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470400" y="18923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470400" y="24511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4069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9657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66800" y="21082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66800" y="26670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66800" y="41910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66800" y="47498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1879600 h 2082800"/>
              <a:gd name="connisteX5" fmla="*/ 5130800 w 5334000"/>
              <a:gd name="connsiteY5" fmla="*/ 2082800 h 2082800"/>
              <a:gd name="connisteX6" fmla="*/ 203200 w 5334000"/>
              <a:gd name="connsiteY6" fmla="*/ 2082800 h 2082800"/>
              <a:gd name="connisteX7" fmla="*/ 0 w 5334000"/>
              <a:gd name="connsiteY7" fmla="*/ 1879600 h 2082800"/>
              <a:gd name="connisteX8" fmla="*/ 0 w 53340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23876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1879600 h 2082800"/>
              <a:gd name="connisteX5" fmla="*/ 5130800 w 5334000"/>
              <a:gd name="connsiteY5" fmla="*/ 2082800 h 2082800"/>
              <a:gd name="connisteX6" fmla="*/ 203200 w 5334000"/>
              <a:gd name="connsiteY6" fmla="*/ 2082800 h 2082800"/>
              <a:gd name="connisteX7" fmla="*/ 0 w 5334000"/>
              <a:gd name="connsiteY7" fmla="*/ 1879600 h 2082800"/>
              <a:gd name="connisteX8" fmla="*/ 0 w 53340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23876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775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5334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1">
    <p:spTree>
      <p:nvGrpSpPr>
        <p:cNvPr id="1" name=""/>
        <p:cNvGrpSpPr/>
        <p:nvPr/>
      </p:nvGrpSpPr>
      <p:grpSpPr/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>
            <a:off x="9279881" y="-317"/>
            <a:ext cx="2912119" cy="24052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8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8"/>
                </a:lnTo>
                <a:cubicBezTo>
                  <a:pt x="2733" y="3803"/>
                  <a:pt x="992" y="2714"/>
                  <a:pt x="264" y="912"/>
                </a:cubicBezTo>
                <a:cubicBezTo>
                  <a:pt x="145" y="618"/>
                  <a:pt x="59" y="319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7258685" y="1626870"/>
            <a:ext cx="4933315" cy="5231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769" h="8239">
                <a:moveTo>
                  <a:pt x="5282" y="0"/>
                </a:moveTo>
                <a:cubicBezTo>
                  <a:pt x="6171" y="0"/>
                  <a:pt x="7008" y="220"/>
                  <a:pt x="7743" y="607"/>
                </a:cubicBezTo>
                <a:lnTo>
                  <a:pt x="7769" y="621"/>
                </a:lnTo>
                <a:lnTo>
                  <a:pt x="7769" y="8239"/>
                </a:lnTo>
                <a:lnTo>
                  <a:pt x="904" y="8239"/>
                </a:lnTo>
                <a:lnTo>
                  <a:pt x="902" y="8235"/>
                </a:lnTo>
                <a:cubicBezTo>
                  <a:pt x="333" y="7392"/>
                  <a:pt x="0" y="6376"/>
                  <a:pt x="0" y="5282"/>
                </a:cubicBezTo>
                <a:cubicBezTo>
                  <a:pt x="0" y="2365"/>
                  <a:pt x="2365" y="0"/>
                  <a:pt x="528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65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弧形 21"/>
          <p:cNvSpPr/>
          <p:nvPr userDrawn="1"/>
        </p:nvSpPr>
        <p:spPr>
          <a:xfrm rot="21000000">
            <a:off x="5304790" y="4150360"/>
            <a:ext cx="8155305" cy="1489075"/>
          </a:xfrm>
          <a:prstGeom prst="arc">
            <a:avLst>
              <a:gd name="adj1" fmla="val 663419"/>
              <a:gd name="adj2" fmla="val 1186677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5824855" y="4872355"/>
            <a:ext cx="336550" cy="3365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/>
        </p:nvSpPr>
        <p:spPr>
          <a:xfrm>
            <a:off x="10908030" y="5048885"/>
            <a:ext cx="562610" cy="5626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4267200" y="0"/>
            <a:ext cx="79248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52578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52578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2"/>
            </p:custDataLst>
          </p:nvPr>
        </p:nvSpPr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spTree>
      <p:nvGrpSpPr>
        <p:cNvPr id="1" name=""/>
        <p:cNvGrpSpPr/>
        <p:nvPr/>
      </p:nvGrpSpPr>
      <p:grpSpPr/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/>
        </p:nvSpPr>
        <p:spPr>
          <a:xfrm>
            <a:off x="9279881" y="-317"/>
            <a:ext cx="2912119" cy="24052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8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8"/>
                </a:lnTo>
                <a:cubicBezTo>
                  <a:pt x="2733" y="3803"/>
                  <a:pt x="992" y="2714"/>
                  <a:pt x="264" y="912"/>
                </a:cubicBezTo>
                <a:cubicBezTo>
                  <a:pt x="145" y="618"/>
                  <a:pt x="59" y="319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7258685" y="1626870"/>
            <a:ext cx="4933315" cy="5231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769" h="8239">
                <a:moveTo>
                  <a:pt x="5282" y="0"/>
                </a:moveTo>
                <a:cubicBezTo>
                  <a:pt x="6171" y="0"/>
                  <a:pt x="7008" y="220"/>
                  <a:pt x="7743" y="607"/>
                </a:cubicBezTo>
                <a:lnTo>
                  <a:pt x="7769" y="621"/>
                </a:lnTo>
                <a:lnTo>
                  <a:pt x="7769" y="8239"/>
                </a:lnTo>
                <a:lnTo>
                  <a:pt x="904" y="8239"/>
                </a:lnTo>
                <a:lnTo>
                  <a:pt x="902" y="8235"/>
                </a:lnTo>
                <a:cubicBezTo>
                  <a:pt x="333" y="7392"/>
                  <a:pt x="0" y="6376"/>
                  <a:pt x="0" y="5282"/>
                </a:cubicBezTo>
                <a:cubicBezTo>
                  <a:pt x="0" y="2365"/>
                  <a:pt x="2365" y="0"/>
                  <a:pt x="528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65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弧形 21"/>
          <p:cNvSpPr/>
          <p:nvPr userDrawn="1"/>
        </p:nvSpPr>
        <p:spPr>
          <a:xfrm rot="21000000">
            <a:off x="5304790" y="4150360"/>
            <a:ext cx="8155305" cy="1489075"/>
          </a:xfrm>
          <a:prstGeom prst="arc">
            <a:avLst>
              <a:gd name="adj1" fmla="val 663419"/>
              <a:gd name="adj2" fmla="val 1186677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5824855" y="4872355"/>
            <a:ext cx="336550" cy="3365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 userDrawn="1"/>
        </p:nvSpPr>
        <p:spPr>
          <a:xfrm>
            <a:off x="10908030" y="5048885"/>
            <a:ext cx="562610" cy="5626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609600" y="2336800"/>
            <a:ext cx="5334000" cy="3098800"/>
          </a:xfrm>
          <a:custGeom>
            <a:avLst/>
            <a:gdLst>
              <a:gd name="connisteX0" fmla="*/ 0 w 5334000"/>
              <a:gd name="connsiteY0" fmla="*/ 203200 h 3098800"/>
              <a:gd name="connisteX1" fmla="*/ 203200 w 5334000"/>
              <a:gd name="connsiteY1" fmla="*/ 0 h 3098800"/>
              <a:gd name="connisteX2" fmla="*/ 5130800 w 5334000"/>
              <a:gd name="connsiteY2" fmla="*/ 0 h 3098800"/>
              <a:gd name="connisteX3" fmla="*/ 5334000 w 5334000"/>
              <a:gd name="connsiteY3" fmla="*/ 203200 h 3098800"/>
              <a:gd name="connisteX4" fmla="*/ 5334000 w 5334000"/>
              <a:gd name="connsiteY4" fmla="*/ 2895600 h 3098800"/>
              <a:gd name="connisteX5" fmla="*/ 5130800 w 5334000"/>
              <a:gd name="connsiteY5" fmla="*/ 3098800 h 3098800"/>
              <a:gd name="connisteX6" fmla="*/ 203200 w 5334000"/>
              <a:gd name="connsiteY6" fmla="*/ 3098800 h 3098800"/>
              <a:gd name="connisteX7" fmla="*/ 0 w 5334000"/>
              <a:gd name="connsiteY7" fmla="*/ 2895600 h 3098800"/>
              <a:gd name="connisteX8" fmla="*/ 0 w 53340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895600"/>
                </a:lnTo>
                <a:cubicBezTo>
                  <a:pt x="5334000" y="3007824"/>
                  <a:pt x="5243024" y="3098800"/>
                  <a:pt x="51308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302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48400" y="2336800"/>
            <a:ext cx="5334000" cy="3098800"/>
          </a:xfrm>
          <a:custGeom>
            <a:avLst/>
            <a:gdLst>
              <a:gd name="connisteX0" fmla="*/ 0 w 5334000"/>
              <a:gd name="connsiteY0" fmla="*/ 203200 h 3098800"/>
              <a:gd name="connisteX1" fmla="*/ 203200 w 5334000"/>
              <a:gd name="connsiteY1" fmla="*/ 0 h 3098800"/>
              <a:gd name="connisteX2" fmla="*/ 5130800 w 5334000"/>
              <a:gd name="connsiteY2" fmla="*/ 0 h 3098800"/>
              <a:gd name="connisteX3" fmla="*/ 5334000 w 5334000"/>
              <a:gd name="connsiteY3" fmla="*/ 203200 h 3098800"/>
              <a:gd name="connisteX4" fmla="*/ 5334000 w 5334000"/>
              <a:gd name="connsiteY4" fmla="*/ 2895600 h 3098800"/>
              <a:gd name="connisteX5" fmla="*/ 5130800 w 5334000"/>
              <a:gd name="connsiteY5" fmla="*/ 3098800 h 3098800"/>
              <a:gd name="connisteX6" fmla="*/ 203200 w 5334000"/>
              <a:gd name="connsiteY6" fmla="*/ 3098800 h 3098800"/>
              <a:gd name="connisteX7" fmla="*/ 0 w 5334000"/>
              <a:gd name="connsiteY7" fmla="*/ 2895600 h 3098800"/>
              <a:gd name="connisteX8" fmla="*/ 0 w 53340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895600"/>
                </a:lnTo>
                <a:cubicBezTo>
                  <a:pt x="5334000" y="3007824"/>
                  <a:pt x="5243024" y="3098800"/>
                  <a:pt x="51308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53200" y="3302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02400" y="17399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02400" y="22987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02400" y="42545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02400" y="48133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15748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53340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7752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7752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90932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5344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5344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2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/>
        </p:nvSpPr>
        <p:spPr>
          <a:xfrm>
            <a:off x="0" y="0"/>
            <a:ext cx="12191365" cy="6858635"/>
          </a:xfrm>
          <a:prstGeom prst="rect">
            <a:avLst/>
          </a:prstGeom>
          <a:gradFill>
            <a:gsLst>
              <a:gs pos="0">
                <a:srgbClr val="F4CEC1"/>
              </a:gs>
              <a:gs pos="100000">
                <a:srgbClr val="DCEFE8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 rot="20220000">
            <a:off x="7413625" y="795655"/>
            <a:ext cx="2299335" cy="2299335"/>
          </a:xfrm>
          <a:prstGeom prst="ellipse">
            <a:avLst/>
          </a:prstGeom>
          <a:gradFill>
            <a:gsLst>
              <a:gs pos="0">
                <a:srgbClr val="DCEFE8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 rot="10800000">
            <a:off x="0" y="0"/>
            <a:ext cx="1005840" cy="9842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84" h="1550">
                <a:moveTo>
                  <a:pt x="1392" y="0"/>
                </a:moveTo>
                <a:cubicBezTo>
                  <a:pt x="1452" y="0"/>
                  <a:pt x="1511" y="4"/>
                  <a:pt x="1569" y="11"/>
                </a:cubicBezTo>
                <a:lnTo>
                  <a:pt x="1584" y="13"/>
                </a:lnTo>
                <a:lnTo>
                  <a:pt x="1584" y="1550"/>
                </a:lnTo>
                <a:lnTo>
                  <a:pt x="9" y="1550"/>
                </a:lnTo>
                <a:lnTo>
                  <a:pt x="7" y="1534"/>
                </a:lnTo>
                <a:cubicBezTo>
                  <a:pt x="2" y="1487"/>
                  <a:pt x="0" y="1440"/>
                  <a:pt x="0" y="1392"/>
                </a:cubicBezTo>
                <a:cubicBezTo>
                  <a:pt x="0" y="623"/>
                  <a:pt x="623" y="0"/>
                  <a:pt x="1392" y="0"/>
                </a:cubicBezTo>
                <a:close/>
              </a:path>
            </a:pathLst>
          </a:custGeom>
          <a:gradFill>
            <a:gsLst>
              <a:gs pos="23000">
                <a:srgbClr val="F9C1BC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/>
        </p:nvSpPr>
        <p:spPr>
          <a:xfrm>
            <a:off x="9279938" y="0"/>
            <a:ext cx="2912062" cy="24048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86" h="3787">
                <a:moveTo>
                  <a:pt x="0" y="0"/>
                </a:moveTo>
                <a:lnTo>
                  <a:pt x="4586" y="0"/>
                </a:lnTo>
                <a:lnTo>
                  <a:pt x="4586" y="3787"/>
                </a:lnTo>
                <a:lnTo>
                  <a:pt x="4565" y="3787"/>
                </a:lnTo>
                <a:cubicBezTo>
                  <a:pt x="2732" y="3802"/>
                  <a:pt x="992" y="2714"/>
                  <a:pt x="264" y="912"/>
                </a:cubicBezTo>
                <a:cubicBezTo>
                  <a:pt x="145" y="618"/>
                  <a:pt x="58" y="318"/>
                  <a:pt x="3" y="18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6000">
                <a:srgbClr val="E1ECE0"/>
              </a:gs>
              <a:gs pos="100000">
                <a:srgbClr val="F4CEC1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1044893" y="6315075"/>
            <a:ext cx="13557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 rot="16200000">
            <a:off x="330200" y="5824220"/>
            <a:ext cx="735330" cy="128905"/>
            <a:chOff x="13645" y="895"/>
            <a:chExt cx="1967" cy="344"/>
          </a:xfrm>
        </p:grpSpPr>
        <p:sp>
          <p:nvSpPr>
            <p:cNvPr id="43" name="缺角矩形 42"/>
            <p:cNvSpPr/>
            <p:nvPr/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缺角矩形 43"/>
            <p:cNvSpPr/>
            <p:nvPr/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缺角矩形 44"/>
            <p:cNvSpPr/>
            <p:nvPr/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缺角矩形 46"/>
            <p:cNvSpPr/>
            <p:nvPr/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2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8001000" y="21082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8001000" y="2667000"/>
            <a:ext cx="3124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001000" y="41910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001000" y="4749800"/>
            <a:ext cx="3124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7" Type="http://schemas.openxmlformats.org/officeDocument/2006/relationships/theme" Target="../theme/theme2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14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中简黑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中简黑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中简黑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4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中简黑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中简黑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395.xml"/><Relationship Id="rId17" Type="http://schemas.openxmlformats.org/officeDocument/2006/relationships/tags" Target="../tags/tag394.xml"/><Relationship Id="rId16" Type="http://schemas.openxmlformats.org/officeDocument/2006/relationships/tags" Target="../tags/tag393.xml"/><Relationship Id="rId15" Type="http://schemas.openxmlformats.org/officeDocument/2006/relationships/tags" Target="../tags/tag392.xml"/><Relationship Id="rId14" Type="http://schemas.openxmlformats.org/officeDocument/2006/relationships/tags" Target="../tags/tag391.xml"/><Relationship Id="rId13" Type="http://schemas.openxmlformats.org/officeDocument/2006/relationships/tags" Target="../tags/tag390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04.xml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6" Type="http://schemas.openxmlformats.org/officeDocument/2006/relationships/slideLayout" Target="../slideLayouts/slideLayout19.xml"/><Relationship Id="rId15" Type="http://schemas.openxmlformats.org/officeDocument/2006/relationships/tags" Target="../tags/tag410.xml"/><Relationship Id="rId14" Type="http://schemas.openxmlformats.org/officeDocument/2006/relationships/tags" Target="../tags/tag409.xml"/><Relationship Id="rId13" Type="http://schemas.openxmlformats.org/officeDocument/2006/relationships/tags" Target="../tags/tag408.xml"/><Relationship Id="rId12" Type="http://schemas.openxmlformats.org/officeDocument/2006/relationships/tags" Target="../tags/tag407.xml"/><Relationship Id="rId11" Type="http://schemas.openxmlformats.org/officeDocument/2006/relationships/tags" Target="../tags/tag406.xml"/><Relationship Id="rId10" Type="http://schemas.openxmlformats.org/officeDocument/2006/relationships/tags" Target="../tags/tag405.xml"/><Relationship Id="rId1" Type="http://schemas.openxmlformats.org/officeDocument/2006/relationships/tags" Target="../tags/tag39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" Type="http://schemas.openxmlformats.org/officeDocument/2006/relationships/tags" Target="../tags/tag41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.jpeg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1" Type="http://schemas.openxmlformats.org/officeDocument/2006/relationships/slideLayout" Target="../slideLayouts/slideLayout26.xml"/><Relationship Id="rId10" Type="http://schemas.openxmlformats.org/officeDocument/2006/relationships/tags" Target="../tags/tag421.xml"/><Relationship Id="rId1" Type="http://schemas.openxmlformats.org/officeDocument/2006/relationships/tags" Target="../tags/tag4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tags" Target="../tags/tag424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445.xml"/><Relationship Id="rId23" Type="http://schemas.openxmlformats.org/officeDocument/2006/relationships/tags" Target="../tags/tag444.xml"/><Relationship Id="rId22" Type="http://schemas.openxmlformats.org/officeDocument/2006/relationships/tags" Target="../tags/tag443.xml"/><Relationship Id="rId21" Type="http://schemas.openxmlformats.org/officeDocument/2006/relationships/tags" Target="../tags/tag442.xml"/><Relationship Id="rId20" Type="http://schemas.openxmlformats.org/officeDocument/2006/relationships/tags" Target="../tags/tag441.xml"/><Relationship Id="rId2" Type="http://schemas.openxmlformats.org/officeDocument/2006/relationships/tags" Target="../tags/tag423.xml"/><Relationship Id="rId19" Type="http://schemas.openxmlformats.org/officeDocument/2006/relationships/tags" Target="../tags/tag440.xml"/><Relationship Id="rId18" Type="http://schemas.openxmlformats.org/officeDocument/2006/relationships/tags" Target="../tags/tag439.xml"/><Relationship Id="rId17" Type="http://schemas.openxmlformats.org/officeDocument/2006/relationships/tags" Target="../tags/tag438.xml"/><Relationship Id="rId16" Type="http://schemas.openxmlformats.org/officeDocument/2006/relationships/tags" Target="../tags/tag437.xml"/><Relationship Id="rId15" Type="http://schemas.openxmlformats.org/officeDocument/2006/relationships/tags" Target="../tags/tag436.xml"/><Relationship Id="rId14" Type="http://schemas.openxmlformats.org/officeDocument/2006/relationships/tags" Target="../tags/tag435.xml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tags" Target="../tags/tag42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tags" Target="../tags/tag44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7.xml"/><Relationship Id="rId8" Type="http://schemas.openxmlformats.org/officeDocument/2006/relationships/tags" Target="../tags/tag456.xml"/><Relationship Id="rId7" Type="http://schemas.openxmlformats.org/officeDocument/2006/relationships/tags" Target="../tags/tag455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" Type="http://schemas.openxmlformats.org/officeDocument/2006/relationships/tags" Target="../tags/tag451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450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466.xml"/><Relationship Id="rId17" Type="http://schemas.openxmlformats.org/officeDocument/2006/relationships/tags" Target="../tags/tag465.xml"/><Relationship Id="rId16" Type="http://schemas.openxmlformats.org/officeDocument/2006/relationships/tags" Target="../tags/tag464.xml"/><Relationship Id="rId15" Type="http://schemas.openxmlformats.org/officeDocument/2006/relationships/tags" Target="../tags/tag463.xml"/><Relationship Id="rId14" Type="http://schemas.openxmlformats.org/officeDocument/2006/relationships/tags" Target="../tags/tag462.xml"/><Relationship Id="rId13" Type="http://schemas.openxmlformats.org/officeDocument/2006/relationships/tags" Target="../tags/tag461.xml"/><Relationship Id="rId12" Type="http://schemas.openxmlformats.org/officeDocument/2006/relationships/tags" Target="../tags/tag460.xml"/><Relationship Id="rId11" Type="http://schemas.openxmlformats.org/officeDocument/2006/relationships/tags" Target="../tags/tag459.xml"/><Relationship Id="rId10" Type="http://schemas.openxmlformats.org/officeDocument/2006/relationships/tags" Target="../tags/tag458.xml"/><Relationship Id="rId1" Type="http://schemas.openxmlformats.org/officeDocument/2006/relationships/tags" Target="../tags/tag44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4.xml"/><Relationship Id="rId8" Type="http://schemas.openxmlformats.org/officeDocument/2006/relationships/image" Target="../media/image3.png"/><Relationship Id="rId7" Type="http://schemas.openxmlformats.org/officeDocument/2006/relationships/tags" Target="../tags/tag473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tags" Target="../tags/tag468.xml"/><Relationship Id="rId10" Type="http://schemas.openxmlformats.org/officeDocument/2006/relationships/slideLayout" Target="../slideLayouts/slideLayout50.xml"/><Relationship Id="rId1" Type="http://schemas.openxmlformats.org/officeDocument/2006/relationships/tags" Target="../tags/tag46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7.xml"/><Relationship Id="rId2" Type="http://schemas.openxmlformats.org/officeDocument/2006/relationships/tags" Target="../tags/tag476.xml"/><Relationship Id="rId1" Type="http://schemas.openxmlformats.org/officeDocument/2006/relationships/tags" Target="../tags/tag47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85.xml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tags" Target="../tags/tag482.xml"/><Relationship Id="rId5" Type="http://schemas.openxmlformats.org/officeDocument/2006/relationships/tags" Target="../tags/tag481.xml"/><Relationship Id="rId4" Type="http://schemas.openxmlformats.org/officeDocument/2006/relationships/tags" Target="../tags/tag480.xml"/><Relationship Id="rId3" Type="http://schemas.openxmlformats.org/officeDocument/2006/relationships/tags" Target="../tags/tag479.xml"/><Relationship Id="rId24" Type="http://schemas.openxmlformats.org/officeDocument/2006/relationships/notesSlide" Target="../notesSlides/notesSlide6.xml"/><Relationship Id="rId23" Type="http://schemas.openxmlformats.org/officeDocument/2006/relationships/slideLayout" Target="../slideLayouts/slideLayout11.xml"/><Relationship Id="rId22" Type="http://schemas.openxmlformats.org/officeDocument/2006/relationships/image" Target="../media/image10.png"/><Relationship Id="rId21" Type="http://schemas.openxmlformats.org/officeDocument/2006/relationships/tags" Target="../tags/tag497.xml"/><Relationship Id="rId20" Type="http://schemas.openxmlformats.org/officeDocument/2006/relationships/tags" Target="../tags/tag496.xml"/><Relationship Id="rId2" Type="http://schemas.openxmlformats.org/officeDocument/2006/relationships/tags" Target="../tags/tag478.xml"/><Relationship Id="rId19" Type="http://schemas.openxmlformats.org/officeDocument/2006/relationships/tags" Target="../tags/tag495.xml"/><Relationship Id="rId18" Type="http://schemas.openxmlformats.org/officeDocument/2006/relationships/tags" Target="../tags/tag494.xml"/><Relationship Id="rId17" Type="http://schemas.openxmlformats.org/officeDocument/2006/relationships/tags" Target="../tags/tag493.xml"/><Relationship Id="rId16" Type="http://schemas.openxmlformats.org/officeDocument/2006/relationships/tags" Target="../tags/tag492.xml"/><Relationship Id="rId15" Type="http://schemas.openxmlformats.org/officeDocument/2006/relationships/tags" Target="../tags/tag491.xml"/><Relationship Id="rId14" Type="http://schemas.openxmlformats.org/officeDocument/2006/relationships/tags" Target="../tags/tag490.xml"/><Relationship Id="rId13" Type="http://schemas.openxmlformats.org/officeDocument/2006/relationships/tags" Target="../tags/tag489.xml"/><Relationship Id="rId12" Type="http://schemas.openxmlformats.org/officeDocument/2006/relationships/tags" Target="../tags/tag488.xml"/><Relationship Id="rId11" Type="http://schemas.openxmlformats.org/officeDocument/2006/relationships/tags" Target="../tags/tag487.xml"/><Relationship Id="rId10" Type="http://schemas.openxmlformats.org/officeDocument/2006/relationships/tags" Target="../tags/tag486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tags" Target="../tags/tag505.xml"/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1.xml"/><Relationship Id="rId21" Type="http://schemas.openxmlformats.org/officeDocument/2006/relationships/image" Target="../media/image14.png"/><Relationship Id="rId20" Type="http://schemas.openxmlformats.org/officeDocument/2006/relationships/tags" Target="../tags/tag517.xml"/><Relationship Id="rId2" Type="http://schemas.openxmlformats.org/officeDocument/2006/relationships/tags" Target="../tags/tag499.xml"/><Relationship Id="rId19" Type="http://schemas.openxmlformats.org/officeDocument/2006/relationships/tags" Target="../tags/tag516.xml"/><Relationship Id="rId18" Type="http://schemas.openxmlformats.org/officeDocument/2006/relationships/tags" Target="../tags/tag515.xml"/><Relationship Id="rId17" Type="http://schemas.openxmlformats.org/officeDocument/2006/relationships/tags" Target="../tags/tag514.xml"/><Relationship Id="rId16" Type="http://schemas.openxmlformats.org/officeDocument/2006/relationships/tags" Target="../tags/tag513.xml"/><Relationship Id="rId15" Type="http://schemas.openxmlformats.org/officeDocument/2006/relationships/tags" Target="../tags/tag512.xml"/><Relationship Id="rId14" Type="http://schemas.openxmlformats.org/officeDocument/2006/relationships/tags" Target="../tags/tag511.xml"/><Relationship Id="rId13" Type="http://schemas.openxmlformats.org/officeDocument/2006/relationships/tags" Target="../tags/tag510.xml"/><Relationship Id="rId12" Type="http://schemas.openxmlformats.org/officeDocument/2006/relationships/tags" Target="../tags/tag509.xml"/><Relationship Id="rId11" Type="http://schemas.openxmlformats.org/officeDocument/2006/relationships/tags" Target="../tags/tag508.xml"/><Relationship Id="rId10" Type="http://schemas.openxmlformats.org/officeDocument/2006/relationships/tags" Target="../tags/tag507.xml"/><Relationship Id="rId1" Type="http://schemas.openxmlformats.org/officeDocument/2006/relationships/tags" Target="../tags/tag49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26.xml"/><Relationship Id="rId8" Type="http://schemas.openxmlformats.org/officeDocument/2006/relationships/tags" Target="../tags/tag525.xml"/><Relationship Id="rId7" Type="http://schemas.openxmlformats.org/officeDocument/2006/relationships/tags" Target="../tags/tag524.xml"/><Relationship Id="rId6" Type="http://schemas.openxmlformats.org/officeDocument/2006/relationships/tags" Target="../tags/tag523.xml"/><Relationship Id="rId5" Type="http://schemas.openxmlformats.org/officeDocument/2006/relationships/tags" Target="../tags/tag522.xml"/><Relationship Id="rId4" Type="http://schemas.openxmlformats.org/officeDocument/2006/relationships/tags" Target="../tags/tag521.xml"/><Relationship Id="rId3" Type="http://schemas.openxmlformats.org/officeDocument/2006/relationships/tags" Target="../tags/tag520.xml"/><Relationship Id="rId22" Type="http://schemas.openxmlformats.org/officeDocument/2006/relationships/notesSlide" Target="../notesSlides/notesSlide11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537.xml"/><Relationship Id="rId2" Type="http://schemas.openxmlformats.org/officeDocument/2006/relationships/tags" Target="../tags/tag519.xml"/><Relationship Id="rId19" Type="http://schemas.openxmlformats.org/officeDocument/2006/relationships/tags" Target="../tags/tag536.xml"/><Relationship Id="rId18" Type="http://schemas.openxmlformats.org/officeDocument/2006/relationships/tags" Target="../tags/tag535.xml"/><Relationship Id="rId17" Type="http://schemas.openxmlformats.org/officeDocument/2006/relationships/tags" Target="../tags/tag534.xml"/><Relationship Id="rId16" Type="http://schemas.openxmlformats.org/officeDocument/2006/relationships/tags" Target="../tags/tag533.xml"/><Relationship Id="rId15" Type="http://schemas.openxmlformats.org/officeDocument/2006/relationships/tags" Target="../tags/tag532.xml"/><Relationship Id="rId14" Type="http://schemas.openxmlformats.org/officeDocument/2006/relationships/tags" Target="../tags/tag531.xml"/><Relationship Id="rId13" Type="http://schemas.openxmlformats.org/officeDocument/2006/relationships/tags" Target="../tags/tag530.xml"/><Relationship Id="rId12" Type="http://schemas.openxmlformats.org/officeDocument/2006/relationships/tags" Target="../tags/tag529.xml"/><Relationship Id="rId11" Type="http://schemas.openxmlformats.org/officeDocument/2006/relationships/tags" Target="../tags/tag528.xml"/><Relationship Id="rId10" Type="http://schemas.openxmlformats.org/officeDocument/2006/relationships/tags" Target="../tags/tag527.xml"/><Relationship Id="rId1" Type="http://schemas.openxmlformats.org/officeDocument/2006/relationships/tags" Target="../tags/tag51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tags" Target="../tags/tag545.xml"/><Relationship Id="rId7" Type="http://schemas.openxmlformats.org/officeDocument/2006/relationships/tags" Target="../tags/tag544.xml"/><Relationship Id="rId6" Type="http://schemas.openxmlformats.org/officeDocument/2006/relationships/tags" Target="../tags/tag543.xml"/><Relationship Id="rId5" Type="http://schemas.openxmlformats.org/officeDocument/2006/relationships/tags" Target="../tags/tag542.xml"/><Relationship Id="rId4" Type="http://schemas.openxmlformats.org/officeDocument/2006/relationships/tags" Target="../tags/tag541.xml"/><Relationship Id="rId3" Type="http://schemas.openxmlformats.org/officeDocument/2006/relationships/tags" Target="../tags/tag540.xml"/><Relationship Id="rId2" Type="http://schemas.openxmlformats.org/officeDocument/2006/relationships/tags" Target="../tags/tag539.xml"/><Relationship Id="rId15" Type="http://schemas.openxmlformats.org/officeDocument/2006/relationships/slideLayout" Target="../slideLayouts/slideLayout38.xml"/><Relationship Id="rId14" Type="http://schemas.openxmlformats.org/officeDocument/2006/relationships/tags" Target="../tags/tag549.xml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tags" Target="../tags/tag548.xml"/><Relationship Id="rId10" Type="http://schemas.openxmlformats.org/officeDocument/2006/relationships/tags" Target="../tags/tag547.xml"/><Relationship Id="rId1" Type="http://schemas.openxmlformats.org/officeDocument/2006/relationships/tags" Target="../tags/tag53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58.xml"/><Relationship Id="rId8" Type="http://schemas.openxmlformats.org/officeDocument/2006/relationships/tags" Target="../tags/tag557.xml"/><Relationship Id="rId7" Type="http://schemas.openxmlformats.org/officeDocument/2006/relationships/tags" Target="../tags/tag556.xml"/><Relationship Id="rId6" Type="http://schemas.openxmlformats.org/officeDocument/2006/relationships/tags" Target="../tags/tag555.xml"/><Relationship Id="rId5" Type="http://schemas.openxmlformats.org/officeDocument/2006/relationships/tags" Target="../tags/tag554.xml"/><Relationship Id="rId4" Type="http://schemas.openxmlformats.org/officeDocument/2006/relationships/tags" Target="../tags/tag553.xml"/><Relationship Id="rId3" Type="http://schemas.openxmlformats.org/officeDocument/2006/relationships/tags" Target="../tags/tag552.xml"/><Relationship Id="rId2" Type="http://schemas.openxmlformats.org/officeDocument/2006/relationships/tags" Target="../tags/tag551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5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61.xml"/><Relationship Id="rId2" Type="http://schemas.openxmlformats.org/officeDocument/2006/relationships/tags" Target="../tags/tag560.xml"/><Relationship Id="rId1" Type="http://schemas.openxmlformats.org/officeDocument/2006/relationships/tags" Target="../tags/tag55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567.xml"/><Relationship Id="rId5" Type="http://schemas.openxmlformats.org/officeDocument/2006/relationships/tags" Target="../tags/tag566.xml"/><Relationship Id="rId4" Type="http://schemas.openxmlformats.org/officeDocument/2006/relationships/tags" Target="../tags/tag565.xml"/><Relationship Id="rId3" Type="http://schemas.openxmlformats.org/officeDocument/2006/relationships/tags" Target="../tags/tag564.xml"/><Relationship Id="rId2" Type="http://schemas.openxmlformats.org/officeDocument/2006/relationships/tags" Target="../tags/tag563.xml"/><Relationship Id="rId1" Type="http://schemas.openxmlformats.org/officeDocument/2006/relationships/tags" Target="../tags/tag5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 rot="21120000">
            <a:off x="646939" y="1891930"/>
            <a:ext cx="10597515" cy="1971675"/>
            <a:chOff x="1978" y="3091"/>
            <a:chExt cx="16689" cy="3105"/>
          </a:xfrm>
        </p:grpSpPr>
        <p:sp>
          <p:nvSpPr>
            <p:cNvPr id="30" name="文本框 29"/>
            <p:cNvSpPr txBox="1"/>
            <p:nvPr>
              <p:custDataLst>
                <p:tags r:id="rId1"/>
              </p:custDataLst>
            </p:nvPr>
          </p:nvSpPr>
          <p:spPr>
            <a:xfrm>
              <a:off x="3259" y="4742"/>
              <a:ext cx="15408" cy="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just"/>
              <a:r>
                <a:rPr lang="zh-CN" altLang="en-US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移动互联</a:t>
              </a:r>
              <a:r>
                <a:rPr lang="en-US" alt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2403</a:t>
              </a:r>
              <a:endParaRPr lang="en-US" altLang="zh-CN" sz="60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2"/>
              </p:custDataLst>
            </p:nvPr>
          </p:nvSpPr>
          <p:spPr>
            <a:xfrm>
              <a:off x="1978" y="3091"/>
              <a:ext cx="8465" cy="15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fontScale="70000"/>
            </a:bodyPr>
            <a:p>
              <a:pPr lvl="0" algn="just">
                <a:buClrTx/>
                <a:buSzTx/>
                <a:buFontTx/>
              </a:pPr>
              <a:r>
                <a:rPr lang="en-US" altLang="zh-CN" sz="66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HarmonyOS</a:t>
              </a:r>
              <a:r>
                <a:rPr lang="en-US" altLang="zh-CN" sz="6600"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_拾光记</a:t>
              </a:r>
              <a:endParaRPr lang="en-US" altLang="zh-CN" sz="66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 rot="21060000">
            <a:off x="600710" y="1526540"/>
            <a:ext cx="1066800" cy="10261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6" h="371">
                <a:moveTo>
                  <a:pt x="379" y="0"/>
                </a:moveTo>
                <a:lnTo>
                  <a:pt x="386" y="62"/>
                </a:lnTo>
                <a:cubicBezTo>
                  <a:pt x="360" y="73"/>
                  <a:pt x="341" y="87"/>
                  <a:pt x="329" y="105"/>
                </a:cubicBezTo>
                <a:cubicBezTo>
                  <a:pt x="317" y="123"/>
                  <a:pt x="310" y="147"/>
                  <a:pt x="308" y="178"/>
                </a:cubicBezTo>
                <a:lnTo>
                  <a:pt x="377" y="178"/>
                </a:lnTo>
                <a:lnTo>
                  <a:pt x="377" y="371"/>
                </a:lnTo>
                <a:lnTo>
                  <a:pt x="226" y="371"/>
                </a:lnTo>
                <a:lnTo>
                  <a:pt x="226" y="204"/>
                </a:lnTo>
                <a:cubicBezTo>
                  <a:pt x="226" y="145"/>
                  <a:pt x="238" y="99"/>
                  <a:pt x="263" y="68"/>
                </a:cubicBezTo>
                <a:cubicBezTo>
                  <a:pt x="289" y="36"/>
                  <a:pt x="327" y="14"/>
                  <a:pt x="379" y="0"/>
                </a:cubicBezTo>
                <a:close/>
                <a:moveTo>
                  <a:pt x="154" y="0"/>
                </a:moveTo>
                <a:lnTo>
                  <a:pt x="161" y="62"/>
                </a:lnTo>
                <a:cubicBezTo>
                  <a:pt x="134" y="73"/>
                  <a:pt x="115" y="87"/>
                  <a:pt x="103" y="105"/>
                </a:cubicBezTo>
                <a:cubicBezTo>
                  <a:pt x="91" y="123"/>
                  <a:pt x="84" y="147"/>
                  <a:pt x="83" y="178"/>
                </a:cubicBezTo>
                <a:lnTo>
                  <a:pt x="151" y="178"/>
                </a:lnTo>
                <a:lnTo>
                  <a:pt x="151" y="371"/>
                </a:lnTo>
                <a:lnTo>
                  <a:pt x="0" y="371"/>
                </a:lnTo>
                <a:lnTo>
                  <a:pt x="0" y="204"/>
                </a:lnTo>
                <a:cubicBezTo>
                  <a:pt x="0" y="145"/>
                  <a:pt x="13" y="99"/>
                  <a:pt x="38" y="68"/>
                </a:cubicBezTo>
                <a:cubicBezTo>
                  <a:pt x="63" y="36"/>
                  <a:pt x="102" y="14"/>
                  <a:pt x="154" y="0"/>
                </a:cubicBezTo>
                <a:close/>
              </a:path>
            </a:pathLst>
          </a:custGeom>
          <a:gradFill>
            <a:gsLst>
              <a:gs pos="0">
                <a:srgbClr val="F9C1BC"/>
              </a:gs>
              <a:gs pos="100000">
                <a:srgbClr val="F4CEC1">
                  <a:alpha val="5000"/>
                </a:srgbClr>
              </a:gs>
            </a:gsLst>
            <a:path path="circle">
              <a:fillToRect r="100000" b="100000"/>
            </a:path>
            <a:tileRect l="-100000" t="-100000"/>
          </a:gradFill>
          <a:effectLst/>
        </p:spPr>
        <p:txBody>
          <a:bodyPr wrap="square" lIns="0" tIns="0" rIns="0" bIns="0" rtlCol="0" anchor="t" anchorCtr="0">
            <a:noAutofit/>
          </a:bodyPr>
          <a:p>
            <a:pPr lvl="0" algn="just">
              <a:buClrTx/>
              <a:buSzTx/>
              <a:buFontTx/>
            </a:pPr>
            <a:endParaRPr lang="en-US" sz="6000">
              <a:solidFill>
                <a:schemeClr val="tx1"/>
              </a:solidFill>
              <a:latin typeface="汉仪雅酷黑 65W" panose="00020600040101010101" charset="-122"/>
              <a:ea typeface="汉仪雅酷黑 65W" panose="0002060004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 rot="5400000">
            <a:off x="9393555" y="2504440"/>
            <a:ext cx="4111625" cy="2393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dist">
              <a:buClrTx/>
              <a:buSzTx/>
              <a:buFontTx/>
            </a:pPr>
            <a:r>
              <a:rPr sz="1200" dirty="0">
                <a:solidFill>
                  <a:schemeClr val="tx1"/>
                </a:solidFill>
                <a:effectLst/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New Year's work plan</a:t>
            </a:r>
            <a:endParaRPr sz="1200" dirty="0">
              <a:solidFill>
                <a:schemeClr val="tx1"/>
              </a:solidFill>
              <a:effectLst/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  <p:sp>
        <p:nvSpPr>
          <p:cNvPr id="160" name="文本框 159"/>
          <p:cNvSpPr txBox="1"/>
          <p:nvPr>
            <p:custDataLst>
              <p:tags r:id="rId5"/>
            </p:custDataLst>
          </p:nvPr>
        </p:nvSpPr>
        <p:spPr>
          <a:xfrm rot="5400000">
            <a:off x="-468862" y="5048482"/>
            <a:ext cx="2376000" cy="143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dist">
              <a:buClrTx/>
              <a:buSzTx/>
              <a:buFontTx/>
            </a:pPr>
            <a:r>
              <a:rPr lang="en-US" sz="800" dirty="0">
                <a:ln>
                  <a:noFill/>
                </a:ln>
                <a:solidFill>
                  <a:schemeClr val="tx1"/>
                </a:solidFill>
                <a:effectLst/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WORK PLAN</a:t>
            </a:r>
            <a:endParaRPr lang="en-US" sz="800" dirty="0">
              <a:ln>
                <a:noFill/>
              </a:ln>
              <a:solidFill>
                <a:schemeClr val="tx1"/>
              </a:solidFill>
              <a:effectLst/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 rot="21120000">
            <a:off x="1703705" y="4173220"/>
            <a:ext cx="5027930" cy="330835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p>
            <a:pPr lv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基于 </a:t>
            </a:r>
            <a:r>
              <a:rPr lang="en-US" altLang="zh-CN" sz="1200" dirty="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ArkTS + Node.js + Express + MySQL</a:t>
            </a:r>
            <a:endParaRPr lang="en-US" altLang="zh-CN" sz="1200" dirty="0">
              <a:solidFill>
                <a:schemeClr val="tx1"/>
              </a:solidFill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9087485" y="5863731"/>
            <a:ext cx="2439670" cy="44993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CEFE8"/>
              </a:gs>
              <a:gs pos="100000">
                <a:srgbClr val="DCEFE8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txBody>
          <a:bodyPr wrap="square" lIns="107950" tIns="36195" rIns="0" bIns="36195" rtlCol="0" anchor="ctr" anchorCtr="0">
            <a:normAutofit fontScale="90000"/>
          </a:bodyPr>
          <a:p>
            <a:pPr algn="dist"/>
            <a:r>
              <a:rPr lang="zh-CN" altLang="en-US" sz="16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汇报人:</a:t>
            </a:r>
            <a:r>
              <a:rPr lang="en-US" altLang="zh-CN" sz="16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09</a:t>
            </a:r>
            <a:r>
              <a:rPr lang="zh-CN" altLang="en-US" sz="16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-</a:t>
            </a:r>
            <a:r>
              <a:rPr lang="zh-CN" altLang="en-US" sz="16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Arial" panose="020B0604020202020204" pitchFamily="34" charset="0"/>
                <a:sym typeface="+mn-ea"/>
              </a:rPr>
              <a:t>郑世超</a:t>
            </a:r>
            <a:r>
              <a:rPr lang="zh-CN" altLang="en-US" sz="16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 </a:t>
            </a:r>
            <a:endParaRPr lang="zh-CN" altLang="en-US" sz="1600">
              <a:solidFill>
                <a:schemeClr val="tx1"/>
              </a:solidFill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647700" y="513715"/>
            <a:ext cx="3749040" cy="3079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dist"/>
            <a:r>
              <a:rPr sz="14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汉仪中简黑简" panose="00020600040101010101" charset="-122"/>
              </a:rPr>
              <a:t>武汉软件工程</a:t>
            </a:r>
            <a:r>
              <a:rPr lang="zh-CN" altLang="en-US" sz="140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汉仪中简黑简" panose="00020600040101010101" charset="-122"/>
              </a:rPr>
              <a:t>职业学院</a:t>
            </a:r>
            <a:endParaRPr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汉仪中简黑简" panose="00020600040101010101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10050780" y="556260"/>
            <a:ext cx="735330" cy="128905"/>
            <a:chOff x="13645" y="895"/>
            <a:chExt cx="1967" cy="344"/>
          </a:xfrm>
        </p:grpSpPr>
        <p:sp>
          <p:nvSpPr>
            <p:cNvPr id="38" name="缺角矩形 37"/>
            <p:cNvSpPr/>
            <p:nvPr>
              <p:custDataLst>
                <p:tags r:id="rId9"/>
              </p:custDataLst>
            </p:nvPr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39" name="缺角矩形 38"/>
            <p:cNvSpPr/>
            <p:nvPr>
              <p:custDataLst>
                <p:tags r:id="rId10"/>
              </p:custDataLst>
            </p:nvPr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40" name="缺角矩形 39"/>
            <p:cNvSpPr/>
            <p:nvPr>
              <p:custDataLst>
                <p:tags r:id="rId11"/>
              </p:custDataLst>
            </p:nvPr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41" name="缺角矩形 40"/>
            <p:cNvSpPr/>
            <p:nvPr>
              <p:custDataLst>
                <p:tags r:id="rId12"/>
              </p:custDataLst>
            </p:nvPr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356360" y="6179185"/>
            <a:ext cx="735330" cy="128905"/>
            <a:chOff x="13645" y="895"/>
            <a:chExt cx="1967" cy="344"/>
          </a:xfrm>
        </p:grpSpPr>
        <p:sp>
          <p:nvSpPr>
            <p:cNvPr id="3" name="缺角矩形 2"/>
            <p:cNvSpPr/>
            <p:nvPr>
              <p:custDataLst>
                <p:tags r:id="rId13"/>
              </p:custDataLst>
            </p:nvPr>
          </p:nvSpPr>
          <p:spPr>
            <a:xfrm>
              <a:off x="13645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5" name="缺角矩形 4"/>
            <p:cNvSpPr/>
            <p:nvPr>
              <p:custDataLst>
                <p:tags r:id="rId14"/>
              </p:custDataLst>
            </p:nvPr>
          </p:nvSpPr>
          <p:spPr>
            <a:xfrm>
              <a:off x="14186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6" name="缺角矩形 5"/>
            <p:cNvSpPr/>
            <p:nvPr>
              <p:custDataLst>
                <p:tags r:id="rId15"/>
              </p:custDataLst>
            </p:nvPr>
          </p:nvSpPr>
          <p:spPr>
            <a:xfrm>
              <a:off x="14727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10" name="缺角矩形 9"/>
            <p:cNvSpPr/>
            <p:nvPr>
              <p:custDataLst>
                <p:tags r:id="rId16"/>
              </p:custDataLst>
            </p:nvPr>
          </p:nvSpPr>
          <p:spPr>
            <a:xfrm>
              <a:off x="15268" y="895"/>
              <a:ext cx="344" cy="344"/>
            </a:xfrm>
            <a:prstGeom prst="plaque">
              <a:avLst>
                <a:gd name="adj" fmla="val 46674"/>
              </a:avLst>
            </a:prstGeom>
            <a:solidFill>
              <a:schemeClr val="tx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</p:grpSp>
      <p:sp>
        <p:nvSpPr>
          <p:cNvPr id="61" name="文本框 60"/>
          <p:cNvSpPr txBox="1"/>
          <p:nvPr>
            <p:custDataLst>
              <p:tags r:id="rId17"/>
            </p:custDataLst>
          </p:nvPr>
        </p:nvSpPr>
        <p:spPr>
          <a:xfrm>
            <a:off x="2770505" y="6131560"/>
            <a:ext cx="4556760" cy="1092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dist">
              <a:buClrTx/>
              <a:buSzTx/>
              <a:buFontTx/>
            </a:pPr>
            <a:r>
              <a:rPr lang="en-US" sz="600" dirty="0">
                <a:ln>
                  <a:noFill/>
                </a:ln>
                <a:effectLst/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https://www.docer.com</a:t>
            </a:r>
            <a:endParaRPr lang="en-US" sz="600" dirty="0">
              <a:ln>
                <a:noFill/>
              </a:ln>
              <a:effectLst/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rd"/>
      </p:transition>
    </mc:Choice>
    <mc:Fallback>
      <p:transition spd="slow">
        <p:strips dir="r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CONTENTS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4500">
                <a:solidFill>
                  <a:schemeClr val="tx1"/>
                </a:solidFill>
              </a:rPr>
              <a:t>目录</a:t>
            </a:r>
            <a:endParaRPr lang="zh-CN" altLang="en-US" sz="450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01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5" name="装饰  8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just"/>
            <a:r>
              <a:rPr lang="zh-CN">
                <a:latin typeface="汉仪雅酷黑 65W" panose="00020600040101010101" charset="-122"/>
                <a:ea typeface="汉仪雅酷黑 65W" panose="00020600040101010101" charset="-122"/>
                <a:sym typeface="+mn-ea"/>
              </a:rPr>
              <a:t>项目背景与技术栈介绍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02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8" name="装饰  1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总体设计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03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just"/>
            <a:r>
              <a:rPr lang="zh-CN">
                <a:latin typeface="汉仪雅酷黑 65W" panose="00020600040101010101" charset="-122"/>
                <a:ea typeface="汉仪雅酷黑 65W" panose="00020600040101010101" charset="-122"/>
                <a:sym typeface="+mn-ea"/>
              </a:rPr>
              <a:t>模块设计与界面说明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04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4" name="装饰  7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/>
        <p:txBody>
          <a:bodyPr>
            <a:noAutofit/>
          </a:bodyPr>
          <a:p>
            <a:pPr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开发难点与解决</a:t>
            </a:r>
            <a:r>
              <a:rPr lang="zh-CN" altLang="en-US">
                <a:solidFill>
                  <a:schemeClr val="tx1"/>
                </a:solidFill>
              </a:rPr>
              <a:t>思路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 rot="21120000">
            <a:off x="685142" y="1912437"/>
            <a:ext cx="10335895" cy="1498600"/>
            <a:chOff x="1978" y="3091"/>
            <a:chExt cx="16277" cy="2360"/>
          </a:xfrm>
        </p:grpSpPr>
        <p:sp>
          <p:nvSpPr>
            <p:cNvPr id="19" name="文本框 18"/>
            <p:cNvSpPr txBox="1"/>
            <p:nvPr>
              <p:custDataLst>
                <p:tags r:id="rId1"/>
              </p:custDataLst>
            </p:nvPr>
          </p:nvSpPr>
          <p:spPr>
            <a:xfrm>
              <a:off x="2847" y="3997"/>
              <a:ext cx="15408" cy="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p>
              <a:pPr algn="just"/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项目背景与</a:t>
              </a:r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技术栈介绍</a:t>
              </a:r>
              <a:endParaRPr lang="zh-CN" sz="60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978" y="3091"/>
              <a:ext cx="8465" cy="7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lvl="0" algn="just">
                <a:buClrTx/>
                <a:buSzTx/>
                <a:buFontTx/>
              </a:pPr>
              <a:r>
                <a:rPr lang="en-US" sz="32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PART 01</a:t>
              </a:r>
              <a:endParaRPr lang="en-US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rd"/>
      </p:transition>
    </mc:Choice>
    <mc:Fallback>
      <p:transition spd="slow">
        <p:strips dir="r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24205" y="492125"/>
            <a:ext cx="2895600" cy="492125"/>
          </a:xfrm>
          <a:noFill/>
        </p:spPr>
        <p:txBody>
          <a:bodyPr wrap="none" lIns="0" tIns="0" rIns="0" bIns="0" rtlCol="0">
            <a:normAutofit fontScale="90000"/>
          </a:bodyPr>
          <a:p>
            <a:pPr marL="457200" lvl="0" indent="-45720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cs typeface="+mn-cs"/>
                <a:sym typeface="+mn-ea"/>
              </a:rPr>
              <a:t>项目背景</a:t>
            </a:r>
            <a:endParaRPr lang="zh-CN" sz="3200">
              <a:solidFill>
                <a:schemeClr val="tx1"/>
              </a:solidFill>
              <a:latin typeface="汉仪雅酷黑 65W" panose="00020600040101010101" charset="-122"/>
              <a:ea typeface="汉仪雅酷黑 65W" panose="00020600040101010101" charset="-122"/>
              <a:cs typeface="+mn-cs"/>
              <a:sym typeface="+mn-ea"/>
            </a:endParaRPr>
          </a:p>
        </p:txBody>
      </p:sp>
      <p:sp>
        <p:nvSpPr>
          <p:cNvPr id="4" name="装饰  9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>
          <a:xfrm>
            <a:off x="6096000" y="1298575"/>
            <a:ext cx="5486400" cy="4724400"/>
          </a:xfrm>
        </p:spPr>
        <p:txBody>
          <a:bodyPr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项目缘起契机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553200" y="2667000"/>
            <a:ext cx="4572000" cy="1127125"/>
          </a:xfrm>
        </p:spPr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我是在应用商店中无意间发现了“简记事”这个轻量记事软件，实际体验后感觉它界面简单、操作直观、记录效率高，于是</a:t>
            </a:r>
            <a:r>
              <a:rPr lang="zh-CN" altLang="en-US">
                <a:solidFill>
                  <a:schemeClr val="tx1"/>
                </a:solidFill>
              </a:rPr>
              <a:t>我就产生了使用 </a:t>
            </a:r>
            <a:r>
              <a:rPr lang="en-US" altLang="zh-CN">
                <a:solidFill>
                  <a:schemeClr val="tx1"/>
                </a:solidFill>
              </a:rPr>
              <a:t>HarmonyOS </a:t>
            </a:r>
            <a:r>
              <a:rPr lang="zh-CN" altLang="en-US">
                <a:solidFill>
                  <a:schemeClr val="tx1"/>
                </a:solidFill>
              </a:rPr>
              <a:t>进行简单模仿和再设计的想法。</a:t>
            </a:r>
            <a:endParaRPr lang="zh-CN" altLang="en-US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项目核心定位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摒弃复杂社交功能，围绕快速记录、按时间回看、支持图文、界面舒适打造“拾光记”，留存生活片段。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内容占位符 9" descr="1"/>
          <p:cNvPicPr/>
          <p:nvPr>
            <p:ph idx="16390"/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25058" y="1344295"/>
            <a:ext cx="2094387" cy="432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448" y="1344295"/>
            <a:ext cx="1997569" cy="4320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技术栈总览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前端使用 HarmonyOS 原生能力，后端使用 Node.js + Express + MySQL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9150" y="15811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47750" y="17240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HarmonyOS ArkTS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7750" y="20288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声明式 UI、页面组件、系统能力调用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53150" y="15811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81750" y="17240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ComponentV2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81750" y="20288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@Local、@Provider、@Consumer、@ObservedV2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9150" y="26479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47750" y="27908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Navigation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047750" y="30956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NavPathStack 路由表与页面跳转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53150" y="26479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381750" y="27908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RichEditor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81750" y="30956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富文本正文、图片 Span、内容读取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19150" y="37147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047750" y="38576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NetworkKit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047750" y="41624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 HTTP 请求封装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153150" y="37147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381750" y="38576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+ Express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381750" y="41624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RESTful API、图片上传、静态资源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19150" y="47815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047750" y="49244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1047750" y="52292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用户表、日记表、数据持久化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153150" y="47815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矩形 28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6381750" y="49244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Lottie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6381750" y="52292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登录页动态背景</a:t>
            </a:r>
            <a:endParaRPr sz="120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 rot="21120000">
            <a:off x="685142" y="1912437"/>
            <a:ext cx="10335895" cy="1498600"/>
            <a:chOff x="1978" y="3091"/>
            <a:chExt cx="16277" cy="2360"/>
          </a:xfrm>
        </p:grpSpPr>
        <p:sp>
          <p:nvSpPr>
            <p:cNvPr id="19" name="文本框 18"/>
            <p:cNvSpPr txBox="1"/>
            <p:nvPr>
              <p:custDataLst>
                <p:tags r:id="rId1"/>
              </p:custDataLst>
            </p:nvPr>
          </p:nvSpPr>
          <p:spPr>
            <a:xfrm>
              <a:off x="2847" y="3997"/>
              <a:ext cx="15408" cy="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p>
              <a:pPr algn="just"/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总体设计</a:t>
              </a:r>
              <a:endParaRPr lang="zh-CN" sz="60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978" y="3091"/>
              <a:ext cx="8465" cy="7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lvl="0" algn="just">
                <a:buClrTx/>
                <a:buSzTx/>
                <a:buFontTx/>
              </a:pPr>
              <a:r>
                <a:rPr lang="en-US" sz="32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PART 02</a:t>
              </a:r>
              <a:endParaRPr lang="en-US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rd"/>
      </p:transition>
    </mc:Choice>
    <mc:Fallback>
      <p:transition spd="slow">
        <p:strips dir="r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1050" y="2152650"/>
            <a:ext cx="2395855" cy="275399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609725" y="2438400"/>
            <a:ext cx="552450" cy="55245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318135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HarmonyOS 前端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28700" y="3932555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页面展示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用户交互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系统能力调用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62350" y="2152650"/>
            <a:ext cx="2144395" cy="275399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椭圆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91025" y="2438400"/>
            <a:ext cx="552450" cy="55245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771900" y="31813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ApiService 封装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810000" y="3932555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HTTP 请求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图片路径转换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用户会话处理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43650" y="2152650"/>
            <a:ext cx="2267585" cy="275399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椭圆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172325" y="2438400"/>
            <a:ext cx="552450" cy="55245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53200" y="31813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Express 后端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591300" y="3932555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RESTful API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图片上传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静态资源服务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24950" y="2152650"/>
            <a:ext cx="2110105" cy="275399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椭圆 19"/>
          <p:cNvSpPr>
            <a:spLocks noGrp="1"/>
          </p:cNvSpPr>
          <p:nvPr/>
        </p:nvSpPr>
        <p:spPr>
          <a:xfrm>
            <a:off x="9953625" y="2438400"/>
            <a:ext cx="552450" cy="55245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9334500" y="31813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数据库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72600" y="3932555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 用户表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journals 日记表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持久化保存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009900" y="2952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850" b="1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933700" y="3390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endParaRPr sz="105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791200" y="2952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850" b="1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715000" y="3390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sz="105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572500" y="29527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850" b="1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496300" y="3390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endParaRPr sz="105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24205" y="492125"/>
            <a:ext cx="2895600" cy="492125"/>
          </a:xfrm>
          <a:noFill/>
        </p:spPr>
        <p:txBody>
          <a:bodyPr wrap="none" lIns="0" tIns="0" rIns="0" bIns="0" rtlCol="0">
            <a:normAutofit fontScale="90000"/>
          </a:bodyPr>
          <a:p>
            <a:pPr marL="457200" lvl="0" indent="-45720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cs typeface="+mn-cs"/>
                <a:sym typeface="+mn-ea"/>
              </a:rPr>
              <a:t>功能结构划分说明</a:t>
            </a:r>
            <a:endParaRPr lang="zh-CN" sz="3200">
              <a:solidFill>
                <a:schemeClr val="tx1"/>
              </a:solidFill>
              <a:latin typeface="汉仪雅酷黑 65W" panose="00020600040101010101" charset="-122"/>
              <a:ea typeface="汉仪雅酷黑 65W" panose="00020600040101010101" charset="-122"/>
              <a:cs typeface="+mn-cs"/>
              <a:sym typeface="+mn-ea"/>
            </a:endParaRPr>
          </a:p>
        </p:txBody>
      </p:sp>
      <p:sp>
        <p:nvSpPr>
          <p:cNvPr id="4" name="装饰  9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应用功能模块划分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将应用划分为登录与账号、日记首页、新建日记、详情与编辑、后端与数据、公共支撑六个部分。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功能结构关联体现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该功能结构图呈现了各模块页面功能与数据服务之间的对应关系。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内容占位符 8" descr="结构图"/>
          <p:cNvPicPr>
            <a:picLocks noChangeAspect="1"/>
          </p:cNvPicPr>
          <p:nvPr>
            <p:ph idx="16390"/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4380" y="1524000"/>
            <a:ext cx="6643370" cy="47244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 rot="21120000">
            <a:off x="685142" y="1912437"/>
            <a:ext cx="10335895" cy="1498600"/>
            <a:chOff x="1978" y="3091"/>
            <a:chExt cx="16277" cy="2360"/>
          </a:xfrm>
        </p:grpSpPr>
        <p:sp>
          <p:nvSpPr>
            <p:cNvPr id="19" name="文本框 18"/>
            <p:cNvSpPr txBox="1"/>
            <p:nvPr>
              <p:custDataLst>
                <p:tags r:id="rId1"/>
              </p:custDataLst>
            </p:nvPr>
          </p:nvSpPr>
          <p:spPr>
            <a:xfrm>
              <a:off x="2847" y="3997"/>
              <a:ext cx="15408" cy="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 fontScale="90000"/>
            </a:bodyPr>
            <a:p>
              <a:pPr algn="just"/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模块设计与界面说明</a:t>
              </a:r>
              <a:endParaRPr lang="zh-CN" sz="60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978" y="3091"/>
              <a:ext cx="8465" cy="7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lvl="0" algn="just">
                <a:buClrTx/>
                <a:buSzTx/>
                <a:buFontTx/>
              </a:pPr>
              <a:r>
                <a:rPr lang="en-US" sz="32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PART 03</a:t>
              </a:r>
              <a:endParaRPr lang="en-US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rd"/>
      </p:transition>
    </mc:Choice>
    <mc:Fallback>
      <p:transition spd="slow">
        <p:strips dir="r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页面路由设计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项目使用 Navigation + NavPathStack，页面统一通过路由栈管理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1619250"/>
            <a:ext cx="3067050" cy="4309745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17907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路由栈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171700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JournalIndex 创建并提供 pageStack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子页面通过 @Consumer 使用同一个路由栈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pushPath 负责跳转，pop 负责返回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0" y="1619250"/>
            <a:ext cx="3159125" cy="4309110"/>
          </a:xfrm>
          <a:prstGeom prst="roundRect">
            <a:avLst>
              <a:gd name="adj" fmla="val 375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17907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路由表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43450" y="2171700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PagesMap 根据 name 渲染页面组件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JournalNew：新建日记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JournalDetail：查看详情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JournalEdit：编辑已有日记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34350" y="1619250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8362950" y="179070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这样设计的好处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01050" y="2171700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页面跳转逻辑集中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详情页和编辑页可以复用选中日记数据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保存、删除后返回首页更容易触发列表刷新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038" y="3985578"/>
            <a:ext cx="2012063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910" y="3985895"/>
            <a:ext cx="1788505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登录模块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登录页使用动态背景与简洁表单，并支持邮箱登录即注册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22" y="1752600"/>
            <a:ext cx="1931977" cy="4171950"/>
          </a:xfrm>
          <a:prstGeom prst="roundRect">
            <a:avLst>
              <a:gd name="adj" fmla="val 4348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4000500" y="1752600"/>
            <a:ext cx="3333750" cy="321945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4229100" y="17526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页面组成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67200" y="2133600"/>
            <a:ext cx="28003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Lottie 光点动画背景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手机 / 邮箱切换入口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输入框、协议勾选与登录按钮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登录成功后进入日记首页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810500" y="1752600"/>
            <a:ext cx="3333750" cy="3219450"/>
          </a:xfrm>
          <a:prstGeom prst="roundRect">
            <a:avLst>
              <a:gd name="adj" fmla="val 355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8039100" y="17526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实现逻辑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77200" y="2133600"/>
            <a:ext cx="28003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canSubmit 控制按钮是否可用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handleSubmit 区分登录方式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邮箱不存在时后端自动注册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try/catch + Toast 提示请求结果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首页模块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顶部图片、日期层、时间轴列表和右下角新建按钮构成主入口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99" y="1741170"/>
            <a:ext cx="2006962" cy="4333875"/>
          </a:xfrm>
          <a:prstGeom prst="roundRect">
            <a:avLst>
              <a:gd name="adj" fmla="val 4000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4095750" y="15240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4324350" y="16954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布局特点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62450" y="2076450"/>
            <a:ext cx="280035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Stack 叠放顶部图片和内容区域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顶部图片使用 rawfile 下的默认背景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列表区域承载时间轴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右下角按钮进入 JournalNew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905750" y="15240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8134350" y="16954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数据加载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72450" y="2076450"/>
            <a:ext cx="280035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页面出现时调用后端接口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只加载当前登录用户的日记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新增、编辑、删除后刷新列表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空列表时保留底部起点文案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4804410"/>
            <a:ext cx="4832350" cy="17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时间轴列表实现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最新日记显示在上方，起点固定在最下方，形成真正的记录时间线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516" y="1771650"/>
            <a:ext cx="2006962" cy="4333875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238625" y="1543050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10075" y="171450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10075" y="1771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962525" y="17145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ListItemGroup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62525" y="20383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每条日记使用分组结构，圆点、</a:t>
            </a:r>
            <a:r>
              <a:rPr lang="zh-CN" sz="1125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</a:t>
            </a:r>
            <a:r>
              <a:rPr sz="1125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</a:t>
            </a: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、内容和日期各司其职。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810500" y="1543050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椭圆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981950" y="171450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981950" y="1771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534400" y="17145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圆点和轴线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34400" y="203835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圆点与左侧竖线对齐，视觉上形成连续时间轴。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238625" y="3124200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410075" y="329565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410075" y="3352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962525" y="32956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标题与内容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962525" y="361950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标题放在圆点右侧，时间放在内容上方，避免圆点与标题错位。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810500" y="3124200"/>
            <a:ext cx="31432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椭圆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981950" y="329565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981950" y="3352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534400" y="32956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底部起点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534400" y="3619500"/>
            <a:ext cx="2228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只显示圆圈和“写下每一天的潮起潮落”，作为记录开始的位置。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1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38625" y="4705350"/>
            <a:ext cx="4874260" cy="1670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新建日记模块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新建页使用标题输入框、RichEditor 正文和底部富文本工具栏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734" y="1671955"/>
            <a:ext cx="2006962" cy="4333875"/>
          </a:xfrm>
          <a:prstGeom prst="roundRect">
            <a:avLst>
              <a:gd name="adj" fmla="val 4286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4000500" y="15240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4229100" y="169545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页面结构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67200" y="2076450"/>
            <a:ext cx="27051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顶部左侧返回按钮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中间标题输入框，默认提示“可输入标题”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右侧保存图标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中间 RichEditor 正文区域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715250" y="1524000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7943850" y="1695450"/>
            <a:ext cx="2971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交互细节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81950" y="2076450"/>
            <a:ext cx="28956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进入页面后自动聚焦正文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键盘弹出时工具栏移动到键盘上方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保存时先处理图片，再写入日记数据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保存成功后返回首页并刷新列表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2"/>
          <a:stretch>
            <a:fillRect/>
          </a:stretch>
        </p:blipFill>
        <p:spPr>
          <a:xfrm>
            <a:off x="4001135" y="4846320"/>
            <a:ext cx="3237865" cy="103759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7726680" y="4846955"/>
            <a:ext cx="3417570" cy="1036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撤回 / 恢复的简单实现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JournalNew.ets 中没有做复杂的富文本历史树，而是用 undoList 和 redoList </a:t>
            </a:r>
            <a:r>
              <a:rPr lang="zh-CN"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这个两个数组</a:t>
            </a: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保存纯文本历史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57250" y="1571625"/>
            <a:ext cx="49530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28700" y="1743075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28700" y="18002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81150" y="1743075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recordTextHistory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81150" y="2066925"/>
            <a:ext cx="403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RichEditor 的 onDidChange 触发后，读取 getPlainTextSummary；如果和上一次不同，就把当前纯文本加入 undoList，并清空 redoList。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81750" y="1571625"/>
            <a:ext cx="49530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椭圆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53200" y="1743075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553200" y="18002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105650" y="1743075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undoEdit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105650" y="2066925"/>
            <a:ext cx="403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点击撤回时，从 undoList 弹出当前文本放入 redoList，再取 undoList 尾部的上一份文本恢复到编辑器。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7250" y="3143250"/>
            <a:ext cx="49530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028700" y="331470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028700" y="3371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581150" y="3314700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redoEdit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581150" y="3638550"/>
            <a:ext cx="403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点击恢复时，从 redoList 弹出刚才撤回的文本，重新放回 undoList，并调用 restoreText 显示出来。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381750" y="3143250"/>
            <a:ext cx="49530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椭圆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553200" y="331470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553200" y="3371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105650" y="3314700"/>
            <a:ext cx="403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restoreText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7105650" y="3638550"/>
            <a:ext cx="403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恢复内容时先设置 isRestoring，避免恢复过程再次记录历史；再 deleteSpans 清空编辑器，addTextSpan 放回文字。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06880" y="4491990"/>
            <a:ext cx="1379220" cy="19850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图片插入与上传流程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图片先从本地相册插入富文本，保存时上传到后端，再用数据库路径渲染列表和详情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2190750"/>
            <a:ext cx="1809750" cy="1428750"/>
          </a:xfrm>
          <a:prstGeom prst="roundRect">
            <a:avLst>
              <a:gd name="adj" fmla="val 800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3812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选择图片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2781300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PhotoViewPicker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 photoUri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52700" y="26289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70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952750" y="2190750"/>
            <a:ext cx="1809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3124200" y="23812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插入编辑器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24200" y="2781300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addImageSpan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插入光标位置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00600" y="26289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70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200650" y="2190750"/>
            <a:ext cx="1809750" cy="1428750"/>
          </a:xfrm>
          <a:prstGeom prst="roundRect">
            <a:avLst>
              <a:gd name="adj" fmla="val 800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5372100" y="23812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保存日记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72100" y="2781300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读取图片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 base64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0" y="26289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70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448550" y="2190750"/>
            <a:ext cx="1809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7620000" y="23812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上传后端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0" y="2781300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/api/uploads/images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保存为文件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96400" y="26289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700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96450" y="2190750"/>
            <a:ext cx="1809750" cy="1428750"/>
          </a:xfrm>
          <a:prstGeom prst="roundRect">
            <a:avLst>
              <a:gd name="adj" fmla="val 800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9867900" y="23812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列表展示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867900" y="2781300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数据库路径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转完整 URL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809750" y="4333875"/>
            <a:ext cx="8572500" cy="166179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038350" y="4505325"/>
            <a:ext cx="811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设计原因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76450" y="4886325"/>
            <a:ext cx="80391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数据库不直接保存本地 uri，避免换设备后无法访问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后端返回 /uploads/images/... 路径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前端展示时转换成完整 URL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列表、详情和图片预览使用同一张服务端图片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详情页模块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详情页负责完整阅读，也提供复制、编辑、删除和图片预览入口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77000" y="1524000"/>
            <a:ext cx="409575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6705600" y="1695450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主要功能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43700" y="2076450"/>
            <a:ext cx="35623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展示标题、日期、时间、正文和图片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点击图片打开大图预览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复制图标把正文写入系统剪切板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编辑图标跳转 JournalEdit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删除图标调用后端删除接口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695450"/>
            <a:ext cx="1662921" cy="36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630" y="1695450"/>
            <a:ext cx="1662921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编辑与删除后的列表同步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解决“数据库已经改了，但返回首页还是旧文本”的问题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47750" y="161925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19200" y="179070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19200" y="1847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71650" y="179070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编辑保存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771650" y="211455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JournalEdit 调用 updateJournal，把修改后的标题、内容、图片提交给后端。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762750" y="161925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椭圆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34200" y="179070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934200" y="1847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486650" y="179070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本地更新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486650" y="211455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保存成功后同步更新 JournalStore 中对应日记，避免首页仍显示旧数据。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047750" y="323850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219200" y="340995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219200" y="34671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771650" y="340995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刷新列表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771650" y="373380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返回首页后重新 getJournals，保证本地状态与数据库一致。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762750" y="323850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椭圆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934200" y="340995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934200" y="34671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486650" y="340995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删除同步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7486650" y="373380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删除成功后从 JournalStore 移除该条，并返回首页。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809750" y="4667250"/>
            <a:ext cx="8572500" cy="1753235"/>
          </a:xfrm>
          <a:prstGeom prst="roundRect">
            <a:avLst>
              <a:gd name="adj" fmla="val 7895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2038350" y="4838700"/>
            <a:ext cx="811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076450" y="5219700"/>
            <a:ext cx="8039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新增后列表顶部立刻出现新日记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编辑后返回首页显示最新标题和内容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删除后列表立即移除对应日记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24205" y="492125"/>
            <a:ext cx="2895600" cy="492125"/>
          </a:xfrm>
          <a:noFill/>
        </p:spPr>
        <p:txBody>
          <a:bodyPr wrap="none" lIns="0" tIns="0" rIns="0" bIns="0" rtlCol="0">
            <a:normAutofit fontScale="90000"/>
          </a:bodyPr>
          <a:p>
            <a:pPr marL="457200" lvl="0" indent="-45720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cs typeface="+mn-cs"/>
                <a:sym typeface="+mn-ea"/>
              </a:rPr>
              <a:t>数据模型与状态管理模块</a:t>
            </a:r>
            <a:endParaRPr lang="zh-CN" sz="3200">
              <a:solidFill>
                <a:schemeClr val="tx1"/>
              </a:solidFill>
              <a:latin typeface="汉仪雅酷黑 65W" panose="00020600040101010101" charset="-122"/>
              <a:ea typeface="汉仪雅酷黑 65W" panose="00020600040101010101" charset="-122"/>
              <a:cs typeface="+mn-cs"/>
              <a:sym typeface="+mn-ea"/>
            </a:endParaRPr>
          </a:p>
        </p:txBody>
      </p:sp>
      <p:sp>
        <p:nvSpPr>
          <p:cNvPr id="4" name="装饰  9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单条日记数据定义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JournalItem</a:t>
            </a:r>
            <a:endParaRPr lang="zh-CN" altLang="en-US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表示单条日记，包含id、title、date、time、summary、image等字段。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2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日记状态管理设计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JournalStore</a:t>
            </a:r>
            <a:endParaRPr lang="zh-CN" altLang="en-US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负责保存用户的journalList、选中的activeJournalId及journalVersion。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装饰  5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</a:rPr>
              <a:t>模型代码存储位置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项目所有数据模型相关代码</a:t>
            </a:r>
            <a:endParaRPr lang="zh-CN" altLang="en-US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集中存放于JournalModel.ets文件中。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内容占位符 12"/>
          <p:cNvSpPr/>
          <p:nvPr>
            <p:ph idx="16392"/>
            <p:custDataLst>
              <p:tags r:id="rId11"/>
            </p:custDataLst>
          </p:nvPr>
        </p:nvSpPr>
        <p:spPr>
          <a:xfrm>
            <a:off x="1820545" y="4271645"/>
            <a:ext cx="1765300" cy="772795"/>
          </a:xfrm>
        </p:spPr>
        <p:txBody>
          <a:bodyPr/>
          <a:p>
            <a:endParaRPr lang="zh-CN" altLang="en-US"/>
          </a:p>
        </p:txBody>
      </p:sp>
      <p:pic>
        <p:nvPicPr>
          <p:cNvPr id="14" name="图片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" y="3853815"/>
            <a:ext cx="2900680" cy="203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7"/>
          <p:cNvPicPr/>
          <p:nvPr/>
        </p:nvPicPr>
        <p:blipFill>
          <a:blip r:embed="rId13"/>
          <a:stretch>
            <a:fillRect/>
          </a:stretch>
        </p:blipFill>
        <p:spPr>
          <a:xfrm>
            <a:off x="4622483" y="3851910"/>
            <a:ext cx="2901600" cy="20376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前端网络封装 ApiService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页面不直接写请求细节，而是通过服务层统一访问后端接口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1050" y="1830705"/>
            <a:ext cx="3238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09650" y="200215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用户相关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7750" y="2383155"/>
            <a:ext cx="27051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login(account, password)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register(phone, email, password)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UserSession 保存当前用户 id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76750" y="1830705"/>
            <a:ext cx="3238500" cy="2476500"/>
          </a:xfrm>
          <a:prstGeom prst="roundRect">
            <a:avLst>
              <a:gd name="adj" fmla="val 4615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05350" y="200215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日记相关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43450" y="2383155"/>
            <a:ext cx="27051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getJournals()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createJournal(item)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updateJournal(item)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deleteJournal(id)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72450" y="1830705"/>
            <a:ext cx="3238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01050" y="200215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图片相关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439150" y="2383155"/>
            <a:ext cx="27051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uploadImage(image)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readImageAsBase64()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toDisplayImageUrl()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toServerImagePath()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后端接口设计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+ Express 提供 RESTful API，MySQL 完成数据持久化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52500" y="197929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EEF3EB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190625" y="206502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1125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86000" y="205549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/api/health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05549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检查服务与数据库连接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52500" y="253174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261747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1125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86000" y="260794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/api/users/login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260794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登录；邮箱不存在时自动注册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52500" y="308419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EEF3EB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190625" y="316992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1125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86000" y="316039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/api/uploads/images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316039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 base64 图片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52500" y="363664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1190625" y="372237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1125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86000" y="371284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/api/journals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371284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按用户查询日记列表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52500" y="418909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EEF3EB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1190625" y="427482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1125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86000" y="426529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/api/journals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91250" y="426529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创建日记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52500" y="474154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190625" y="482727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PUT</a:t>
            </a:r>
            <a:endParaRPr sz="1125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286000" y="481774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/api/journals/:id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191250" y="481774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更新日记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52500" y="5293995"/>
            <a:ext cx="10287000" cy="400050"/>
          </a:xfrm>
          <a:prstGeom prst="roundRect">
            <a:avLst>
              <a:gd name="adj" fmla="val 28571"/>
            </a:avLst>
          </a:prstGeom>
          <a:solidFill>
            <a:srgbClr val="EEF3EB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1190625" y="537972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E8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8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DELETE</a:t>
            </a:r>
            <a:endParaRPr sz="1125" b="1">
              <a:solidFill>
                <a:srgbClr val="E86F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86000" y="537019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/api/journals/:id</a:t>
            </a:r>
            <a:endParaRPr sz="12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191250" y="5370195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删除日记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 与 journals 两张表构成用户和日记的基础关系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59838"/>
            <a:ext cx="5334000" cy="2645004"/>
          </a:xfrm>
          <a:prstGeom prst="roundRect">
            <a:avLst>
              <a:gd name="adj" fmla="val 4000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953250" y="1428750"/>
            <a:ext cx="36195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181850" y="160020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 用户表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19950" y="1981200"/>
            <a:ext cx="30861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id 主键自增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phone / email 唯一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password </a:t>
            </a:r>
            <a:r>
              <a:rPr lang="zh-CN"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</a:t>
            </a: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未加密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created_at 记录注册时间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953250" y="3905250"/>
            <a:ext cx="3619500" cy="2277745"/>
          </a:xfrm>
          <a:prstGeom prst="roundRect">
            <a:avLst>
              <a:gd name="adj" fmla="val 5217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7181850" y="407670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journals 日记表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19950" y="4457700"/>
            <a:ext cx="30861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user_id 关联用户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title / content 保存文本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image 保存上传图片路径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journal_date / journal_time 用于时间轴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 rot="21120000">
            <a:off x="685142" y="1912437"/>
            <a:ext cx="10335895" cy="1498600"/>
            <a:chOff x="1978" y="3091"/>
            <a:chExt cx="16277" cy="2360"/>
          </a:xfrm>
        </p:grpSpPr>
        <p:sp>
          <p:nvSpPr>
            <p:cNvPr id="19" name="文本框 18"/>
            <p:cNvSpPr txBox="1"/>
            <p:nvPr>
              <p:custDataLst>
                <p:tags r:id="rId1"/>
              </p:custDataLst>
            </p:nvPr>
          </p:nvSpPr>
          <p:spPr>
            <a:xfrm>
              <a:off x="2847" y="3997"/>
              <a:ext cx="15408" cy="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p>
              <a:pPr algn="just"/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开发难点与解决</a:t>
              </a:r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思路</a:t>
              </a:r>
              <a:endParaRPr lang="zh-CN" sz="60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1978" y="3091"/>
              <a:ext cx="8465" cy="7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lvl="0" algn="just">
                <a:buClrTx/>
                <a:buSzTx/>
                <a:buFontTx/>
              </a:pPr>
              <a:r>
                <a:rPr lang="en-US" sz="32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PART 04</a:t>
              </a:r>
              <a:endParaRPr lang="en-US"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rd"/>
      </p:transition>
    </mc:Choice>
    <mc:Fallback>
      <p:transition spd="slow">
        <p:strips dir="r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开发难点 1：前端连不上后端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问题不在页面逻辑，而在于前端与服务器的网络可达性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1571625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17430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问题是什么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124075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点击登录后报请求失败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接口明明写对了，但页面就是没有响应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同一份代码在电脑上能跑，换设备后就失败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0" y="1571625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17430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为什么会这样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43450" y="2124075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127.0.0.1 只代表当前设备自己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手机 / 模拟器访问不到电脑本机回环地址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后端只监听 localhost 时外部设备也连不上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91500" y="1571625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8420100" y="17430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怎么解决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58200" y="2124075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后端监听 0.0.0.0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前端 BASE_URL 改成电脑局域网 IP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检查端口、防火墙和同一网络环境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619250" y="4953000"/>
            <a:ext cx="8953500" cy="13182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1847850" y="5124450"/>
            <a:ext cx="849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85950" y="5505450"/>
            <a:ext cx="8420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请求可以正常打到后端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登录、日记读取和图片上传恢复正常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前后端联调不再只依赖本机浏览器环境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开发难点 2：编辑后首页没同步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数据库已经更新，但列表页面还显示旧文本，这是状态同步问题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47750" y="161925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椭圆 7"/>
          <p:cNvSpPr>
            <a:spLocks noGrp="1"/>
          </p:cNvSpPr>
          <p:nvPr/>
        </p:nvSpPr>
        <p:spPr>
          <a:xfrm>
            <a:off x="1219200" y="179070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1847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71650" y="179070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问题表现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71650" y="211455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编辑页保存成功后，返回首页却仍然看到旧标题或旧正文。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762750" y="161925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椭圆 12"/>
          <p:cNvSpPr>
            <a:spLocks noGrp="1"/>
          </p:cNvSpPr>
          <p:nvPr/>
        </p:nvSpPr>
        <p:spPr>
          <a:xfrm>
            <a:off x="6934200" y="179070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934200" y="18478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86650" y="179070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问题原因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86650" y="211455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只更新了数据库，没有让首页对应的本地列表立即更新。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47750" y="323850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椭圆 17"/>
          <p:cNvSpPr>
            <a:spLocks noGrp="1"/>
          </p:cNvSpPr>
          <p:nvPr/>
        </p:nvSpPr>
        <p:spPr>
          <a:xfrm>
            <a:off x="1219200" y="3409950"/>
            <a:ext cx="419100" cy="419100"/>
          </a:xfrm>
          <a:prstGeom prst="ellipse">
            <a:avLst/>
          </a:prstGeom>
          <a:solidFill>
            <a:srgbClr val="E86F51"/>
          </a:solidFill>
          <a:ln w="0">
            <a:solidFill>
              <a:srgbClr val="E8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219200" y="34671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771650" y="340995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解决思路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771650" y="373380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保存成功后先调用 updateJournal 更新 JournalStore，再重新请求 getJournals 用后端最新数据替换本地列表。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762750" y="3238500"/>
            <a:ext cx="43815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椭圆 22"/>
          <p:cNvSpPr>
            <a:spLocks noGrp="1"/>
          </p:cNvSpPr>
          <p:nvPr/>
        </p:nvSpPr>
        <p:spPr>
          <a:xfrm>
            <a:off x="6934200" y="3409950"/>
            <a:ext cx="419100" cy="419100"/>
          </a:xfrm>
          <a:prstGeom prst="ellipse">
            <a:avLst/>
          </a:prstGeom>
          <a:solidFill>
            <a:srgbClr val="52796F"/>
          </a:solidFill>
          <a:ln w="0">
            <a:solidFill>
              <a:srgbClr val="5279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6934200" y="34671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86650" y="3409950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最终效果</a:t>
            </a:r>
            <a:endParaRPr sz="1575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86650" y="3733800"/>
            <a:ext cx="3467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编辑页、详情页和首页的数据保持一致，返回首页时能直接看到最新内容。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809750" y="4762500"/>
            <a:ext cx="8572500" cy="1317600"/>
          </a:xfrm>
          <a:prstGeom prst="roundRect">
            <a:avLst>
              <a:gd name="adj" fmla="val 9375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2038350" y="4933950"/>
            <a:ext cx="811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076450" y="5314950"/>
            <a:ext cx="8039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JournalStore 负责当前用户的日记状态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journalVersion 触发列表重新渲染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返回首页后再拉一次后端数据，避免残留旧引用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238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 · HarmonyOS 课程设计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858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开发难点 3：富文本图片显示</a:t>
            </a:r>
            <a:endParaRPr sz="270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001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图片能插入编辑器，但如果保存方式不对，列表和详情页会显示异常</a:t>
            </a:r>
            <a:endParaRPr sz="1350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770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6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拾光记项目展示</a:t>
            </a:r>
            <a:endParaRPr sz="825" b="0">
              <a:solidFill>
                <a:srgbClr val="8A96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27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050" b="1">
              <a:solidFill>
                <a:srgbClr val="527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1571625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17430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问题是什么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124075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RichEditor 里看起来正常，但保存后列表只显示文字或错误路径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本地 uri 直接入库后，换设备或重启后会失效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图片在详情页和列表页的显示效果不一致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0" y="1571625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1EC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17430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解决思路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43450" y="2124075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插入时允许本地图片先进入富文本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保存时先把图片上传到后端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数据库保存后端返回的 /uploads/images/... 路径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前端渲染时再转成完整可访问 URL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91500" y="1571625"/>
            <a:ext cx="32385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8420100" y="17430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带来的好处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58200" y="2124075"/>
            <a:ext cx="2705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图片可以跨设备访问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首页、详情页、预览页统一使用同一张服务端图片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后续做列表缓存也更稳定</a:t>
            </a:r>
            <a:endParaRPr sz="127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619250" y="4953000"/>
            <a:ext cx="8953500" cy="1317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1847850" y="5124450"/>
            <a:ext cx="849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5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配套实现</a:t>
            </a:r>
            <a:endParaRPr sz="1650" b="1">
              <a:solidFill>
                <a:srgbClr val="1F25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85950" y="5505450"/>
            <a:ext cx="8420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编辑页里用 PhotoViewPicker 选图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保存前读取图片内容并上传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F6D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ApiService 统一处理图片路径转换</a:t>
            </a:r>
            <a:endParaRPr sz="1125" b="0">
              <a:solidFill>
                <a:srgbClr val="5F6D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 rot="21120000">
            <a:off x="685142" y="1912437"/>
            <a:ext cx="10335895" cy="1498600"/>
            <a:chOff x="1978" y="3091"/>
            <a:chExt cx="16277" cy="2360"/>
          </a:xfrm>
        </p:grpSpPr>
        <p:sp>
          <p:nvSpPr>
            <p:cNvPr id="7" name="文本框 6"/>
            <p:cNvSpPr txBox="1"/>
            <p:nvPr>
              <p:custDataLst>
                <p:tags r:id="rId1"/>
              </p:custDataLst>
            </p:nvPr>
          </p:nvSpPr>
          <p:spPr>
            <a:xfrm>
              <a:off x="2847" y="3997"/>
              <a:ext cx="15408" cy="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just"/>
              <a:r>
                <a:rPr lang="zh-CN" sz="60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感谢观看</a:t>
              </a:r>
              <a:endParaRPr lang="zh-CN" sz="60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2"/>
              </p:custDataLst>
            </p:nvPr>
          </p:nvSpPr>
          <p:spPr>
            <a:xfrm>
              <a:off x="1978" y="3091"/>
              <a:ext cx="8465" cy="7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lvl="0" algn="just">
                <a:buClrTx/>
                <a:buSzTx/>
                <a:buFontTx/>
              </a:pPr>
              <a:r>
                <a:rPr sz="3200">
                  <a:solidFill>
                    <a:schemeClr val="tx1"/>
                  </a:solidFill>
                  <a:latin typeface="汉仪雅酷黑 65W" panose="00020600040101010101" charset="-122"/>
                  <a:ea typeface="汉仪雅酷黑 65W" panose="00020600040101010101" charset="-122"/>
                  <a:sym typeface="+mn-ea"/>
                </a:rPr>
                <a:t>THANKS</a:t>
              </a:r>
              <a:endParaRPr sz="3200">
                <a:solidFill>
                  <a:schemeClr val="tx1"/>
                </a:solidFill>
                <a:latin typeface="汉仪雅酷黑 65W" panose="00020600040101010101" charset="-122"/>
                <a:ea typeface="汉仪雅酷黑 65W" panose="00020600040101010101" charset="-122"/>
                <a:sym typeface="+mn-ea"/>
              </a:endParaRPr>
            </a:p>
          </p:txBody>
        </p:sp>
      </p:grp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 rot="21060000">
            <a:off x="600710" y="1526540"/>
            <a:ext cx="1066800" cy="10261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6" h="371">
                <a:moveTo>
                  <a:pt x="379" y="0"/>
                </a:moveTo>
                <a:lnTo>
                  <a:pt x="386" y="62"/>
                </a:lnTo>
                <a:cubicBezTo>
                  <a:pt x="360" y="73"/>
                  <a:pt x="341" y="87"/>
                  <a:pt x="329" y="105"/>
                </a:cubicBezTo>
                <a:cubicBezTo>
                  <a:pt x="317" y="123"/>
                  <a:pt x="310" y="147"/>
                  <a:pt x="308" y="178"/>
                </a:cubicBezTo>
                <a:lnTo>
                  <a:pt x="377" y="178"/>
                </a:lnTo>
                <a:lnTo>
                  <a:pt x="377" y="371"/>
                </a:lnTo>
                <a:lnTo>
                  <a:pt x="226" y="371"/>
                </a:lnTo>
                <a:lnTo>
                  <a:pt x="226" y="204"/>
                </a:lnTo>
                <a:cubicBezTo>
                  <a:pt x="226" y="145"/>
                  <a:pt x="238" y="99"/>
                  <a:pt x="263" y="68"/>
                </a:cubicBezTo>
                <a:cubicBezTo>
                  <a:pt x="289" y="36"/>
                  <a:pt x="327" y="14"/>
                  <a:pt x="379" y="0"/>
                </a:cubicBezTo>
                <a:close/>
                <a:moveTo>
                  <a:pt x="154" y="0"/>
                </a:moveTo>
                <a:lnTo>
                  <a:pt x="161" y="62"/>
                </a:lnTo>
                <a:cubicBezTo>
                  <a:pt x="134" y="73"/>
                  <a:pt x="115" y="87"/>
                  <a:pt x="103" y="105"/>
                </a:cubicBezTo>
                <a:cubicBezTo>
                  <a:pt x="91" y="123"/>
                  <a:pt x="84" y="147"/>
                  <a:pt x="83" y="178"/>
                </a:cubicBezTo>
                <a:lnTo>
                  <a:pt x="151" y="178"/>
                </a:lnTo>
                <a:lnTo>
                  <a:pt x="151" y="371"/>
                </a:lnTo>
                <a:lnTo>
                  <a:pt x="0" y="371"/>
                </a:lnTo>
                <a:lnTo>
                  <a:pt x="0" y="204"/>
                </a:lnTo>
                <a:cubicBezTo>
                  <a:pt x="0" y="145"/>
                  <a:pt x="13" y="99"/>
                  <a:pt x="38" y="68"/>
                </a:cubicBezTo>
                <a:cubicBezTo>
                  <a:pt x="63" y="36"/>
                  <a:pt x="102" y="14"/>
                  <a:pt x="154" y="0"/>
                </a:cubicBezTo>
                <a:close/>
              </a:path>
            </a:pathLst>
          </a:custGeom>
          <a:gradFill>
            <a:gsLst>
              <a:gs pos="0">
                <a:srgbClr val="F9C1BC"/>
              </a:gs>
              <a:gs pos="100000">
                <a:srgbClr val="F4CEC1">
                  <a:alpha val="5000"/>
                </a:srgbClr>
              </a:gs>
            </a:gsLst>
            <a:path path="circle">
              <a:fillToRect r="100000" b="100000"/>
            </a:path>
            <a:tileRect l="-100000" t="-100000"/>
          </a:gradFill>
          <a:effectLst/>
        </p:spPr>
        <p:txBody>
          <a:bodyPr wrap="square" lIns="0" tIns="0" rIns="0" bIns="0" rtlCol="0" anchor="t" anchorCtr="0">
            <a:noAutofit/>
          </a:bodyPr>
          <a:p>
            <a:pPr lvl="0" algn="just">
              <a:buClrTx/>
              <a:buSzTx/>
              <a:buFontTx/>
            </a:pPr>
            <a:endParaRPr lang="en-US" sz="6000">
              <a:solidFill>
                <a:schemeClr val="tx1"/>
              </a:solidFill>
              <a:latin typeface="汉仪雅酷黑 65W" panose="00020600040101010101" charset="-122"/>
              <a:ea typeface="汉仪雅酷黑 65W" panose="00020600040101010101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 rot="21120000">
            <a:off x="1600835" y="3734435"/>
            <a:ext cx="5027930" cy="810260"/>
          </a:xfrm>
          <a:prstGeom prst="rect">
            <a:avLst/>
          </a:prstGeom>
          <a:noFill/>
        </p:spPr>
        <p:txBody>
          <a:bodyPr wrap="square" lIns="0" tIns="45720" rIns="0" bIns="45720" rtlCol="0">
            <a:spAutoFit/>
          </a:bodyPr>
          <a:p>
            <a:pPr lvl="0"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富强、民主、文明、和谐</a:t>
            </a:r>
            <a:endParaRPr lang="zh-CN" altLang="en-US" sz="1200" dirty="0">
              <a:solidFill>
                <a:schemeClr val="tx1"/>
              </a:solidFill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  <a:p>
            <a:pPr lvl="0"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自由、平等、公正、法治</a:t>
            </a:r>
            <a:endParaRPr lang="zh-CN" altLang="en-US" sz="1200" dirty="0">
              <a:solidFill>
                <a:schemeClr val="tx1"/>
              </a:solidFill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  <a:p>
            <a:pPr marL="457200" lvl="1"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爱国、敬业、诚信、友善</a:t>
            </a:r>
            <a:endParaRPr lang="zh-CN" altLang="en-US" sz="1200" dirty="0">
              <a:solidFill>
                <a:schemeClr val="tx1"/>
              </a:solidFill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5"/>
            </p:custDataLst>
          </p:nvPr>
        </p:nvSpPr>
        <p:spPr>
          <a:xfrm rot="5400000">
            <a:off x="10326773" y="1672822"/>
            <a:ext cx="2376000" cy="1435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dist">
              <a:buClrTx/>
              <a:buSzTx/>
              <a:buFontTx/>
            </a:pPr>
            <a:r>
              <a:rPr lang="en-US" sz="1200" dirty="0">
                <a:ln>
                  <a:noFill/>
                </a:ln>
                <a:solidFill>
                  <a:schemeClr val="tx1"/>
                </a:solidFill>
                <a:effectLst/>
                <a:latin typeface="汉仪中简黑简" panose="00020600040101010101" charset="-122"/>
                <a:ea typeface="汉仪中简黑简" panose="00020600040101010101" charset="-122"/>
                <a:cs typeface="汉仪中简黑简" panose="00020600040101010101" charset="-122"/>
                <a:sym typeface="+mn-ea"/>
              </a:rPr>
              <a:t>China</a:t>
            </a:r>
            <a:endParaRPr lang="en-US" sz="1200" dirty="0">
              <a:ln>
                <a:noFill/>
              </a:ln>
              <a:solidFill>
                <a:schemeClr val="tx1"/>
              </a:solidFill>
              <a:effectLst/>
              <a:latin typeface="汉仪中简黑简" panose="00020600040101010101" charset="-122"/>
              <a:ea typeface="汉仪中简黑简" panose="00020600040101010101" charset="-122"/>
              <a:cs typeface="汉仪中简黑简" panose="0002060004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rd"/>
      </p:transition>
    </mc:Choice>
    <mc:Fallback>
      <p:transition spd="slow">
        <p:strips dir="rd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SlideZOrder" val="2"/>
  <p:tag name="KSO_WM_UNIT_ID" val="_2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3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6*b*1"/>
  <p:tag name="KSO_WM_TAG_VERSION" val="3.0"/>
  <p:tag name="KSO_WM_UNIT_LAYERLEVEL" val="1"/>
  <p:tag name="KSO_WM_TEMPLATE_INDEX" val="307"/>
  <p:tag name="KSO_WM_TEMPLATE_CATEGORY" val="custom"/>
</p:tagLst>
</file>

<file path=ppt/tags/tag36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273ed97d95f023ce0ab57be66cbddc62fd5f53e8"/>
  <p:tag name="KSO_WM_NEWLAYOUT_ID" val="slide_412a1f3c717d8f5a"/>
  <p:tag name="KSO_WM_UNIT_ID" val="_6*a*2"/>
  <p:tag name="KSO_WM_TAG_VERSION" val="3.0"/>
  <p:tag name="KSO_WM_UNIT_LAYERLEVEL" val="1"/>
  <p:tag name="KSO_WM_TEMPLATE_INDEX" val="307"/>
  <p:tag name="KSO_WM_TEMPLATE_CATEGORY" val="custom"/>
</p:tagLst>
</file>

<file path=ppt/tags/tag3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6*l_h_i*1_1_1"/>
  <p:tag name="KSO_WM_TAG_VERSION" val="3.0"/>
  <p:tag name="KSO_WM_UNIT_LAYERLEVEL" val="1_1_1"/>
  <p:tag name="KSO_WM_TEMPLATE_INDEX" val="307"/>
  <p:tag name="KSO_WM_TEMPLATE_CATEGORY" val="custom"/>
</p:tagLst>
</file>

<file path=ppt/tags/tag3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6*l_h_i*1_1_2"/>
  <p:tag name="KSO_WM_TAG_VERSION" val="3.0"/>
  <p:tag name="KSO_WM_UNIT_LAYERLEVEL" val="1_1_1"/>
  <p:tag name="KSO_WM_TEMPLATE_INDEX" val="307"/>
  <p:tag name="KSO_WM_TEMPLATE_CATEGORY" val="custom"/>
</p:tagLst>
</file>

<file path=ppt/tags/tag3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6*l_h_a*1_1_1"/>
  <p:tag name="KSO_WM_TAG_VERSION" val="3.0"/>
  <p:tag name="KSO_WM_UNIT_LAYERLEVEL" val="1_1_1"/>
  <p:tag name="KSO_WM_TEMPLATE_INDEX" val="307"/>
  <p:tag name="KSO_WM_TEMPLATE_CATEGORY" val="custom"/>
</p:tagLst>
</file>

<file path=ppt/tags/tag40.xml><?xml version="1.0" encoding="utf-8"?>
<p:tagLst xmlns:p="http://schemas.openxmlformats.org/presentationml/2006/main">
  <p:tag name="SlideZOrder" val="2"/>
  <p:tag name="KSO_WM_UNIT_ID" val="_7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4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7*l_h_a*1_2_1"/>
  <p:tag name="KSO_WM_TAG_VERSION" val="3.0"/>
  <p:tag name="KSO_WM_UNIT_LAYERLEVEL" val="1_1_1"/>
  <p:tag name="KSO_WM_TEMPLATE_INDEX" val="307"/>
  <p:tag name="KSO_WM_TEMPLATE_CATEGORY" val="custom"/>
</p:tagLst>
</file>

<file path=ppt/tags/tag4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7*l_h_i*1_2_2"/>
  <p:tag name="KSO_WM_TAG_VERSION" val="3.0"/>
  <p:tag name="KSO_WM_UNIT_LAYERLEVEL" val="1_1_1"/>
  <p:tag name="KSO_WM_TEMPLATE_INDEX" val="307"/>
  <p:tag name="KSO_WM_TEMPLATE_CATEGORY" val="custom"/>
</p:tagLst>
</file>

<file path=ppt/tags/tag4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7*l_h_i*1_2_1"/>
  <p:tag name="KSO_WM_TAG_VERSION" val="3.0"/>
  <p:tag name="KSO_WM_UNIT_LAYERLEVEL" val="1_1_1"/>
  <p:tag name="KSO_WM_TEMPLATE_INDEX" val="307"/>
  <p:tag name="KSO_WM_TEMPLATE_CATEGORY" val="custom"/>
</p:tagLst>
</file>

<file path=ppt/tags/tag4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7*l_h_a*1_1_1"/>
  <p:tag name="KSO_WM_TAG_VERSION" val="3.0"/>
  <p:tag name="KSO_WM_UNIT_LAYERLEVEL" val="1_1_1"/>
  <p:tag name="KSO_WM_TEMPLATE_INDEX" val="307"/>
  <p:tag name="KSO_WM_TEMPLATE_CATEGORY" val="custom"/>
</p:tagLst>
</file>

<file path=ppt/tags/tag4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7*l_h_i*1_1_2"/>
  <p:tag name="KSO_WM_TAG_VERSION" val="3.0"/>
  <p:tag name="KSO_WM_UNIT_LAYERLEVEL" val="1_1_1"/>
  <p:tag name="KSO_WM_TEMPLATE_INDEX" val="307"/>
  <p:tag name="KSO_WM_TEMPLATE_CATEGORY" val="custom"/>
</p:tagLst>
</file>

<file path=ppt/tags/tag4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7*l_h_i*1_1_1"/>
  <p:tag name="KSO_WM_TAG_VERSION" val="3.0"/>
  <p:tag name="KSO_WM_UNIT_LAYERLEVEL" val="1_1_1"/>
  <p:tag name="KSO_WM_TEMPLATE_INDEX" val="307"/>
  <p:tag name="KSO_WM_TEMPLATE_CATEGORY" val="custom"/>
</p:tagLst>
</file>

<file path=ppt/tags/tag47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2a36f9384d322461d1823036c3bfde91d922236d"/>
  <p:tag name="KSO_WM_NEWLAYOUT_ID" val="slide_5e65b803a1c10ff4"/>
  <p:tag name="KSO_WM_UNIT_ID" val="_7*a*2"/>
  <p:tag name="KSO_WM_TAG_VERSION" val="3.0"/>
  <p:tag name="KSO_WM_UNIT_LAYERLEVEL" val="1"/>
  <p:tag name="KSO_WM_TEMPLATE_INDEX" val="307"/>
  <p:tag name="KSO_WM_TEMPLATE_CATEGORY" val="custom"/>
</p:tagLst>
</file>

<file path=ppt/tags/tag4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7*b*1"/>
  <p:tag name="KSO_WM_TAG_VERSION" val="3.0"/>
  <p:tag name="KSO_WM_UNIT_LAYERLEVEL" val="1"/>
  <p:tag name="KSO_WM_TEMPLATE_INDEX" val="307"/>
  <p:tag name="KSO_WM_TEMPLATE_CATEGORY" val="custom"/>
</p:tagLst>
</file>

<file path=ppt/tags/tag49.xml><?xml version="1.0" encoding="utf-8"?>
<p:tagLst xmlns:p="http://schemas.openxmlformats.org/presentationml/2006/main">
  <p:tag name="SlideZOrder" val="2"/>
  <p:tag name="KSO_WM_UNIT_ID" val="_8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5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8*l_h_a*1_3_1"/>
  <p:tag name="KSO_WM_TAG_VERSION" val="3.0"/>
  <p:tag name="KSO_WM_UNIT_LAYERLEVEL" val="1_1_1"/>
  <p:tag name="KSO_WM_TEMPLATE_INDEX" val="307"/>
  <p:tag name="KSO_WM_TEMPLATE_CATEGORY" val="custom"/>
</p:tagLst>
</file>

<file path=ppt/tags/tag5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8*l_h_i*1_3_2"/>
  <p:tag name="KSO_WM_TAG_VERSION" val="3.0"/>
  <p:tag name="KSO_WM_UNIT_LAYERLEVEL" val="1_1_1"/>
  <p:tag name="KSO_WM_TEMPLATE_INDEX" val="307"/>
  <p:tag name="KSO_WM_TEMPLATE_CATEGORY" val="custom"/>
</p:tagLst>
</file>

<file path=ppt/tags/tag5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8*l_h_i*1_3_1"/>
  <p:tag name="KSO_WM_TAG_VERSION" val="3.0"/>
  <p:tag name="KSO_WM_UNIT_LAYERLEVEL" val="1_1_1"/>
  <p:tag name="KSO_WM_TEMPLATE_INDEX" val="307"/>
  <p:tag name="KSO_WM_TEMPLATE_CATEGORY" val="custom"/>
</p:tagLst>
</file>

<file path=ppt/tags/tag5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8*l_h_a*1_2_1"/>
  <p:tag name="KSO_WM_TAG_VERSION" val="3.0"/>
  <p:tag name="KSO_WM_UNIT_LAYERLEVEL" val="1_1_1"/>
  <p:tag name="KSO_WM_TEMPLATE_INDEX" val="307"/>
  <p:tag name="KSO_WM_TEMPLATE_CATEGORY" val="custom"/>
</p:tagLst>
</file>

<file path=ppt/tags/tag5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8*l_h_i*1_2_2"/>
  <p:tag name="KSO_WM_TAG_VERSION" val="3.0"/>
  <p:tag name="KSO_WM_UNIT_LAYERLEVEL" val="1_1_1"/>
  <p:tag name="KSO_WM_TEMPLATE_INDEX" val="307"/>
  <p:tag name="KSO_WM_TEMPLATE_CATEGORY" val="custom"/>
</p:tagLst>
</file>

<file path=ppt/tags/tag5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8*l_h_i*1_2_1"/>
  <p:tag name="KSO_WM_TAG_VERSION" val="3.0"/>
  <p:tag name="KSO_WM_UNIT_LAYERLEVEL" val="1_1_1"/>
  <p:tag name="KSO_WM_TEMPLATE_INDEX" val="307"/>
  <p:tag name="KSO_WM_TEMPLATE_CATEGORY" val="custom"/>
</p:tagLst>
</file>

<file path=ppt/tags/tag5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8*l_h_a*1_1_1"/>
  <p:tag name="KSO_WM_TAG_VERSION" val="3.0"/>
  <p:tag name="KSO_WM_UNIT_LAYERLEVEL" val="1_1_1"/>
  <p:tag name="KSO_WM_TEMPLATE_INDEX" val="307"/>
  <p:tag name="KSO_WM_TEMPLATE_CATEGORY" val="custom"/>
</p:tagLst>
</file>

<file path=ppt/tags/tag5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8*l_h_i*1_1_2"/>
  <p:tag name="KSO_WM_TAG_VERSION" val="3.0"/>
  <p:tag name="KSO_WM_UNIT_LAYERLEVEL" val="1_1_1"/>
  <p:tag name="KSO_WM_TEMPLATE_INDEX" val="307"/>
  <p:tag name="KSO_WM_TEMPLATE_CATEGORY" val="custom"/>
</p:tagLst>
</file>

<file path=ppt/tags/tag5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8*l_h_i*1_1_1"/>
  <p:tag name="KSO_WM_TAG_VERSION" val="3.0"/>
  <p:tag name="KSO_WM_UNIT_LAYERLEVEL" val="1_1_1"/>
  <p:tag name="KSO_WM_TEMPLATE_INDEX" val="307"/>
  <p:tag name="KSO_WM_TEMPLATE_CATEGORY" val="custom"/>
</p:tagLst>
</file>

<file path=ppt/tags/tag59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7e6b07bcab9c1cbf1f0d1d33bb78f70e36032766"/>
  <p:tag name="KSO_WM_NEWLAYOUT_ID" val="slide_e1ac597c3f8feea9"/>
  <p:tag name="KSO_WM_UNIT_ID" val="_8*a*2"/>
  <p:tag name="KSO_WM_TAG_VERSION" val="3.0"/>
  <p:tag name="KSO_WM_UNIT_LAYERLEVEL" val="1"/>
  <p:tag name="KSO_WM_TEMPLATE_INDEX" val="307"/>
  <p:tag name="KSO_WM_TEMPLATE_CATEGORY" val="custom"/>
</p:tagLst>
</file>

<file path=ppt/tags/tag6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8*b*1"/>
  <p:tag name="KSO_WM_TAG_VERSION" val="3.0"/>
  <p:tag name="KSO_WM_UNIT_LAYERLEVEL" val="1"/>
  <p:tag name="KSO_WM_TEMPLATE_INDEX" val="307"/>
  <p:tag name="KSO_WM_TEMPLATE_CATEGORY" val="custom"/>
</p:tagLst>
</file>

<file path=ppt/tags/tag61.xml><?xml version="1.0" encoding="utf-8"?>
<p:tagLst xmlns:p="http://schemas.openxmlformats.org/presentationml/2006/main">
  <p:tag name="SlideZOrder" val="2"/>
  <p:tag name="KSO_WM_UNIT_ID" val="_9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6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9*l_h_a*1_4_1"/>
  <p:tag name="KSO_WM_TAG_VERSION" val="3.0"/>
  <p:tag name="KSO_WM_UNIT_LAYERLEVEL" val="1_1_1"/>
  <p:tag name="KSO_WM_TEMPLATE_INDEX" val="307"/>
  <p:tag name="KSO_WM_TEMPLATE_CATEGORY" val="custom"/>
</p:tagLst>
</file>

<file path=ppt/tags/tag6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9*l_h_i*1_4_2"/>
  <p:tag name="KSO_WM_TAG_VERSION" val="3.0"/>
  <p:tag name="KSO_WM_UNIT_LAYERLEVEL" val="1_1_1"/>
  <p:tag name="KSO_WM_TEMPLATE_INDEX" val="307"/>
  <p:tag name="KSO_WM_TEMPLATE_CATEGORY" val="custom"/>
</p:tagLst>
</file>

<file path=ppt/tags/tag6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9*l_h_i*1_4_1"/>
  <p:tag name="KSO_WM_TAG_VERSION" val="3.0"/>
  <p:tag name="KSO_WM_UNIT_LAYERLEVEL" val="1_1_1"/>
  <p:tag name="KSO_WM_TEMPLATE_INDEX" val="307"/>
  <p:tag name="KSO_WM_TEMPLATE_CATEGORY" val="custom"/>
</p:tagLst>
</file>

<file path=ppt/tags/tag6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9*l_h_a*1_3_1"/>
  <p:tag name="KSO_WM_TAG_VERSION" val="3.0"/>
  <p:tag name="KSO_WM_UNIT_LAYERLEVEL" val="1_1_1"/>
  <p:tag name="KSO_WM_TEMPLATE_INDEX" val="307"/>
  <p:tag name="KSO_WM_TEMPLATE_CATEGORY" val="custom"/>
</p:tagLst>
</file>

<file path=ppt/tags/tag6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9*l_h_i*1_3_2"/>
  <p:tag name="KSO_WM_TAG_VERSION" val="3.0"/>
  <p:tag name="KSO_WM_UNIT_LAYERLEVEL" val="1_1_1"/>
  <p:tag name="KSO_WM_TEMPLATE_INDEX" val="307"/>
  <p:tag name="KSO_WM_TEMPLATE_CATEGORY" val="custom"/>
</p:tagLst>
</file>

<file path=ppt/tags/tag6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9*l_h_i*1_3_1"/>
  <p:tag name="KSO_WM_TAG_VERSION" val="3.0"/>
  <p:tag name="KSO_WM_UNIT_LAYERLEVEL" val="1_1_1"/>
  <p:tag name="KSO_WM_TEMPLATE_INDEX" val="307"/>
  <p:tag name="KSO_WM_TEMPLATE_CATEGORY" val="custom"/>
</p:tagLst>
</file>

<file path=ppt/tags/tag6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9*l_h_a*1_2_1"/>
  <p:tag name="KSO_WM_TAG_VERSION" val="3.0"/>
  <p:tag name="KSO_WM_UNIT_LAYERLEVEL" val="1_1_1"/>
  <p:tag name="KSO_WM_TEMPLATE_INDEX" val="307"/>
  <p:tag name="KSO_WM_TEMPLATE_CATEGORY" val="custom"/>
</p:tagLst>
</file>

<file path=ppt/tags/tag6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9*l_h_i*1_2_2"/>
  <p:tag name="KSO_WM_TAG_VERSION" val="3.0"/>
  <p:tag name="KSO_WM_UNIT_LAYERLEVEL" val="1_1_1"/>
  <p:tag name="KSO_WM_TEMPLATE_INDEX" val="307"/>
  <p:tag name="KSO_WM_TEMPLATE_CATEGORY" val="custom"/>
</p:tagLst>
</file>

<file path=ppt/tags/tag7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9*l_h_i*1_2_1"/>
  <p:tag name="KSO_WM_TAG_VERSION" val="3.0"/>
  <p:tag name="KSO_WM_UNIT_LAYERLEVEL" val="1_1_1"/>
  <p:tag name="KSO_WM_TEMPLATE_INDEX" val="307"/>
  <p:tag name="KSO_WM_TEMPLATE_CATEGORY" val="custom"/>
</p:tagLst>
</file>

<file path=ppt/tags/tag7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9*l_h_a*1_1_1"/>
  <p:tag name="KSO_WM_TAG_VERSION" val="3.0"/>
  <p:tag name="KSO_WM_UNIT_LAYERLEVEL" val="1_1_1"/>
  <p:tag name="KSO_WM_TEMPLATE_INDEX" val="307"/>
  <p:tag name="KSO_WM_TEMPLATE_CATEGORY" val="custom"/>
</p:tagLst>
</file>

<file path=ppt/tags/tag7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9*l_h_i*1_1_2"/>
  <p:tag name="KSO_WM_TAG_VERSION" val="3.0"/>
  <p:tag name="KSO_WM_UNIT_LAYERLEVEL" val="1_1_1"/>
  <p:tag name="KSO_WM_TEMPLATE_INDEX" val="307"/>
  <p:tag name="KSO_WM_TEMPLATE_CATEGORY" val="custom"/>
</p:tagLst>
</file>

<file path=ppt/tags/tag7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9*l_h_i*1_1_1"/>
  <p:tag name="KSO_WM_TAG_VERSION" val="3.0"/>
  <p:tag name="KSO_WM_UNIT_LAYERLEVEL" val="1_1_1"/>
  <p:tag name="KSO_WM_TEMPLATE_INDEX" val="307"/>
  <p:tag name="KSO_WM_TEMPLATE_CATEGORY" val="custom"/>
</p:tagLst>
</file>

<file path=ppt/tags/tag74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  <p:tag name="KSO_WM_UNIT_ID" val="_9*a*2"/>
  <p:tag name="KSO_WM_TAG_VERSION" val="3.0"/>
  <p:tag name="KSO_WM_UNIT_LAYERLEVEL" val="1"/>
  <p:tag name="KSO_WM_TEMPLATE_INDEX" val="307"/>
  <p:tag name="KSO_WM_TEMPLATE_CATEGORY" val="custom"/>
</p:tagLst>
</file>

<file path=ppt/tags/tag7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9*b*1"/>
  <p:tag name="KSO_WM_TAG_VERSION" val="3.0"/>
  <p:tag name="KSO_WM_UNIT_LAYERLEVEL" val="1"/>
  <p:tag name="KSO_WM_TEMPLATE_INDEX" val="307"/>
  <p:tag name="KSO_WM_TEMPLATE_CATEGORY" val="custom"/>
</p:tagLst>
</file>

<file path=ppt/tags/tag76.xml><?xml version="1.0" encoding="utf-8"?>
<p:tagLst xmlns:p="http://schemas.openxmlformats.org/presentationml/2006/main">
  <p:tag name="SlideZOrder" val="2"/>
  <p:tag name="KSO_WM_UNIT_ID" val="_10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7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0*l_h_a*1_1_1"/>
  <p:tag name="KSO_WM_TAG_VERSION" val="3.0"/>
  <p:tag name="KSO_WM_UNIT_LAYERLEVEL" val="1_1_1"/>
  <p:tag name="KSO_WM_TEMPLATE_INDEX" val="307"/>
  <p:tag name="KSO_WM_TEMPLATE_CATEGORY" val="custom"/>
</p:tagLst>
</file>

<file path=ppt/tags/tag7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0*l_h_i*1_1_2"/>
  <p:tag name="KSO_WM_TAG_VERSION" val="3.0"/>
  <p:tag name="KSO_WM_UNIT_LAYERLEVEL" val="1_1_1"/>
  <p:tag name="KSO_WM_TEMPLATE_INDEX" val="307"/>
  <p:tag name="KSO_WM_TEMPLATE_CATEGORY" val="custom"/>
</p:tagLst>
</file>

<file path=ppt/tags/tag7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0*l_h_i*1_1_1"/>
  <p:tag name="KSO_WM_TAG_VERSION" val="3.0"/>
  <p:tag name="KSO_WM_UNIT_LAYERLEVEL" val="1_1_1"/>
  <p:tag name="KSO_WM_TEMPLATE_INDEX" val="307"/>
  <p:tag name="KSO_WM_TEMPLATE_CATEGORY" val="custom"/>
</p:tagLst>
</file>

<file path=ppt/tags/tag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34f39b0f57225eae2ab00d8816958fa6669c166"/>
  <p:tag name="KSO_WM_NEWLAYOUT_ID" val="slide_f6eba500053b1ebb"/>
  <p:tag name="KSO_WM_UNIT_ID" val="_10*a*1"/>
  <p:tag name="KSO_WM_TAG_VERSION" val="3.0"/>
  <p:tag name="KSO_WM_UNIT_LAYERLEVEL" val="1"/>
  <p:tag name="KSO_WM_TEMPLATE_INDEX" val="307"/>
  <p:tag name="KSO_WM_TEMPLATE_CATEGORY" val="custom"/>
</p:tagLst>
</file>

<file path=ppt/tags/tag8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0*b*1"/>
  <p:tag name="KSO_WM_TAG_VERSION" val="3.0"/>
  <p:tag name="KSO_WM_UNIT_LAYERLEVEL" val="1"/>
  <p:tag name="KSO_WM_TEMPLATE_INDEX" val="307"/>
  <p:tag name="KSO_WM_TEMPLATE_CATEGORY" val="custom"/>
</p:tagLst>
</file>

<file path=ppt/tags/tag82.xml><?xml version="1.0" encoding="utf-8"?>
<p:tagLst xmlns:p="http://schemas.openxmlformats.org/presentationml/2006/main">
  <p:tag name="SlideZOrder" val="2"/>
  <p:tag name="KSO_WM_UNIT_ID" val="_11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8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1*l_h_a*1_2_1"/>
  <p:tag name="KSO_WM_TAG_VERSION" val="3.0"/>
  <p:tag name="KSO_WM_UNIT_LAYERLEVEL" val="1_1_1"/>
  <p:tag name="KSO_WM_TEMPLATE_INDEX" val="307"/>
  <p:tag name="KSO_WM_TEMPLATE_CATEGORY" val="custom"/>
</p:tagLst>
</file>

<file path=ppt/tags/tag8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1*l_h_i*1_2_2"/>
  <p:tag name="KSO_WM_TAG_VERSION" val="3.0"/>
  <p:tag name="KSO_WM_UNIT_LAYERLEVEL" val="1_1_1"/>
  <p:tag name="KSO_WM_TEMPLATE_INDEX" val="307"/>
  <p:tag name="KSO_WM_TEMPLATE_CATEGORY" val="custom"/>
</p:tagLst>
</file>

<file path=ppt/tags/tag8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1*l_h_i*1_2_1"/>
  <p:tag name="KSO_WM_TAG_VERSION" val="3.0"/>
  <p:tag name="KSO_WM_UNIT_LAYERLEVEL" val="1_1_1"/>
  <p:tag name="KSO_WM_TEMPLATE_INDEX" val="307"/>
  <p:tag name="KSO_WM_TEMPLATE_CATEGORY" val="custom"/>
</p:tagLst>
</file>

<file path=ppt/tags/tag8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1*l_h_a*1_1_1"/>
  <p:tag name="KSO_WM_TAG_VERSION" val="3.0"/>
  <p:tag name="KSO_WM_UNIT_LAYERLEVEL" val="1_1_1"/>
  <p:tag name="KSO_WM_TEMPLATE_INDEX" val="307"/>
  <p:tag name="KSO_WM_TEMPLATE_CATEGORY" val="custom"/>
</p:tagLst>
</file>

<file path=ppt/tags/tag8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1*l_h_i*1_1_2"/>
  <p:tag name="KSO_WM_TAG_VERSION" val="3.0"/>
  <p:tag name="KSO_WM_UNIT_LAYERLEVEL" val="1_1_1"/>
  <p:tag name="KSO_WM_TEMPLATE_INDEX" val="307"/>
  <p:tag name="KSO_WM_TEMPLATE_CATEGORY" val="custom"/>
</p:tagLst>
</file>

<file path=ppt/tags/tag8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1*l_h_i*1_1_1"/>
  <p:tag name="KSO_WM_TAG_VERSION" val="3.0"/>
  <p:tag name="KSO_WM_UNIT_LAYERLEVEL" val="1_1_1"/>
  <p:tag name="KSO_WM_TEMPLATE_INDEX" val="307"/>
  <p:tag name="KSO_WM_TEMPLATE_CATEGORY" val="custom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3a08ede37e44c7bf26bd4ab1678c2a61082d961"/>
  <p:tag name="KSO_WM_NEWLAYOUT_ID" val="slide_16e3c7e9f5c87664"/>
  <p:tag name="KSO_WM_UNIT_ID" val="_11*a*1"/>
  <p:tag name="KSO_WM_TAG_VERSION" val="3.0"/>
  <p:tag name="KSO_WM_UNIT_LAYERLEVEL" val="1"/>
  <p:tag name="KSO_WM_TEMPLATE_INDEX" val="307"/>
  <p:tag name="KSO_WM_TEMPLATE_CATEGORY" val="custom"/>
</p:tagLst>
</file>

<file path=ppt/tags/tag9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LAYERLEVEL" val="1"/>
  <p:tag name="KSO_WM_TEMPLATE_INDEX" val="307"/>
  <p:tag name="KSO_WM_TEMPLATE_CATEGORY" val="custom"/>
</p:tagLst>
</file>

<file path=ppt/tags/tag91.xml><?xml version="1.0" encoding="utf-8"?>
<p:tagLst xmlns:p="http://schemas.openxmlformats.org/presentationml/2006/main">
  <p:tag name="SlideZOrder" val="2"/>
  <p:tag name="KSO_WM_UNIT_ID" val="_12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9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2*l_h_a*1_3_1"/>
  <p:tag name="KSO_WM_TAG_VERSION" val="3.0"/>
  <p:tag name="KSO_WM_UNIT_LAYERLEVEL" val="1_1_1"/>
  <p:tag name="KSO_WM_TEMPLATE_INDEX" val="307"/>
  <p:tag name="KSO_WM_TEMPLATE_CATEGORY" val="custom"/>
</p:tagLst>
</file>

<file path=ppt/tags/tag9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2*l_h_i*1_3_2"/>
  <p:tag name="KSO_WM_TAG_VERSION" val="3.0"/>
  <p:tag name="KSO_WM_UNIT_LAYERLEVEL" val="1_1_1"/>
  <p:tag name="KSO_WM_TEMPLATE_INDEX" val="307"/>
  <p:tag name="KSO_WM_TEMPLATE_CATEGORY" val="custom"/>
</p:tagLst>
</file>

<file path=ppt/tags/tag9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2*l_h_i*1_3_1"/>
  <p:tag name="KSO_WM_TAG_VERSION" val="3.0"/>
  <p:tag name="KSO_WM_UNIT_LAYERLEVEL" val="1_1_1"/>
  <p:tag name="KSO_WM_TEMPLATE_INDEX" val="307"/>
  <p:tag name="KSO_WM_TEMPLATE_CATEGORY" val="custom"/>
</p:tagLst>
</file>

<file path=ppt/tags/tag9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2*l_h_a*1_2_1"/>
  <p:tag name="KSO_WM_TAG_VERSION" val="3.0"/>
  <p:tag name="KSO_WM_UNIT_LAYERLEVEL" val="1_1_1"/>
  <p:tag name="KSO_WM_TEMPLATE_INDEX" val="307"/>
  <p:tag name="KSO_WM_TEMPLATE_CATEGORY" val="custom"/>
</p:tagLst>
</file>

<file path=ppt/tags/tag9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2*l_h_i*1_2_2"/>
  <p:tag name="KSO_WM_TAG_VERSION" val="3.0"/>
  <p:tag name="KSO_WM_UNIT_LAYERLEVEL" val="1_1_1"/>
  <p:tag name="KSO_WM_TEMPLATE_INDEX" val="307"/>
  <p:tag name="KSO_WM_TEMPLATE_CATEGORY" val="custom"/>
</p:tagLst>
</file>

<file path=ppt/tags/tag9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2*l_h_i*1_2_1"/>
  <p:tag name="KSO_WM_TAG_VERSION" val="3.0"/>
  <p:tag name="KSO_WM_UNIT_LAYERLEVEL" val="1_1_1"/>
  <p:tag name="KSO_WM_TEMPLATE_INDEX" val="307"/>
  <p:tag name="KSO_WM_TEMPLATE_CATEGORY" val="custom"/>
</p:tagLst>
</file>

<file path=ppt/tags/tag9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2*l_h_a*1_1_1"/>
  <p:tag name="KSO_WM_TAG_VERSION" val="3.0"/>
  <p:tag name="KSO_WM_UNIT_LAYERLEVEL" val="1_1_1"/>
  <p:tag name="KSO_WM_TEMPLATE_INDEX" val="307"/>
  <p:tag name="KSO_WM_TEMPLATE_CATEGORY" val="custom"/>
</p:tagLst>
</file>

<file path=ppt/tags/tag9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2*l_h_i*1_1_2"/>
  <p:tag name="KSO_WM_TAG_VERSION" val="3.0"/>
  <p:tag name="KSO_WM_UNIT_LAYERLEVEL" val="1_1_1"/>
  <p:tag name="KSO_WM_TEMPLATE_INDEX" val="307"/>
  <p:tag name="KSO_WM_TEMPLATE_CATEGORY" val="custom"/>
</p:tagLst>
</file>

<file path=ppt/tags/tag10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2*l_h_i*1_1_1"/>
  <p:tag name="KSO_WM_TAG_VERSION" val="3.0"/>
  <p:tag name="KSO_WM_UNIT_LAYERLEVEL" val="1_1_1"/>
  <p:tag name="KSO_WM_TEMPLATE_INDEX" val="307"/>
  <p:tag name="KSO_WM_TEMPLATE_CATEGORY" val="custom"/>
</p:tagLst>
</file>

<file path=ppt/tags/tag10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fa966edd601908493ea872df859186a58318e8e"/>
  <p:tag name="KSO_WM_NEWLAYOUT_ID" val="slide_063b19861dc0a508"/>
  <p:tag name="KSO_WM_UNIT_ID" val="_12*a*1"/>
  <p:tag name="KSO_WM_TAG_VERSION" val="3.0"/>
  <p:tag name="KSO_WM_UNIT_LAYERLEVEL" val="1"/>
  <p:tag name="KSO_WM_TEMPLATE_INDEX" val="307"/>
  <p:tag name="KSO_WM_TEMPLATE_CATEGORY" val="custom"/>
</p:tagLst>
</file>

<file path=ppt/tags/tag10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2*b*1"/>
  <p:tag name="KSO_WM_TAG_VERSION" val="3.0"/>
  <p:tag name="KSO_WM_UNIT_LAYERLEVEL" val="1"/>
  <p:tag name="KSO_WM_TEMPLATE_INDEX" val="307"/>
  <p:tag name="KSO_WM_TEMPLATE_CATEGORY" val="custom"/>
</p:tagLst>
</file>

<file path=ppt/tags/tag103.xml><?xml version="1.0" encoding="utf-8"?>
<p:tagLst xmlns:p="http://schemas.openxmlformats.org/presentationml/2006/main">
  <p:tag name="SlideZOrder" val="2"/>
  <p:tag name="KSO_WM_UNIT_ID" val="_13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10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13*l_h_a*1_4_1"/>
  <p:tag name="KSO_WM_TAG_VERSION" val="3.0"/>
  <p:tag name="KSO_WM_UNIT_LAYERLEVEL" val="1_1_1"/>
  <p:tag name="KSO_WM_TEMPLATE_INDEX" val="307"/>
  <p:tag name="KSO_WM_TEMPLATE_CATEGORY" val="custom"/>
</p:tagLst>
</file>

<file path=ppt/tags/tag10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13*l_h_i*1_4_2"/>
  <p:tag name="KSO_WM_TAG_VERSION" val="3.0"/>
  <p:tag name="KSO_WM_UNIT_LAYERLEVEL" val="1_1_1"/>
  <p:tag name="KSO_WM_TEMPLATE_INDEX" val="307"/>
  <p:tag name="KSO_WM_TEMPLATE_CATEGORY" val="custom"/>
</p:tagLst>
</file>

<file path=ppt/tags/tag10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13*l_h_i*1_4_1"/>
  <p:tag name="KSO_WM_TAG_VERSION" val="3.0"/>
  <p:tag name="KSO_WM_UNIT_LAYERLEVEL" val="1_1_1"/>
  <p:tag name="KSO_WM_TEMPLATE_INDEX" val="307"/>
  <p:tag name="KSO_WM_TEMPLATE_CATEGORY" val="custom"/>
</p:tagLst>
</file>

<file path=ppt/tags/tag10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3*l_h_a*1_3_1"/>
  <p:tag name="KSO_WM_TAG_VERSION" val="3.0"/>
  <p:tag name="KSO_WM_UNIT_LAYERLEVEL" val="1_1_1"/>
  <p:tag name="KSO_WM_TEMPLATE_INDEX" val="307"/>
  <p:tag name="KSO_WM_TEMPLATE_CATEGORY" val="custom"/>
</p:tagLst>
</file>

<file path=ppt/tags/tag10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3*l_h_i*1_3_2"/>
  <p:tag name="KSO_WM_TAG_VERSION" val="3.0"/>
  <p:tag name="KSO_WM_UNIT_LAYERLEVEL" val="1_1_1"/>
  <p:tag name="KSO_WM_TEMPLATE_INDEX" val="307"/>
  <p:tag name="KSO_WM_TEMPLATE_CATEGORY" val="custom"/>
</p:tagLst>
</file>

<file path=ppt/tags/tag10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3*l_h_i*1_3_1"/>
  <p:tag name="KSO_WM_TAG_VERSION" val="3.0"/>
  <p:tag name="KSO_WM_UNIT_LAYERLEVEL" val="1_1_1"/>
  <p:tag name="KSO_WM_TEMPLATE_INDEX" val="307"/>
  <p:tag name="KSO_WM_TEMPLATE_CATEGORY" val="custom"/>
</p:tagLst>
</file>

<file path=ppt/tags/tag11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3*l_h_a*1_2_1"/>
  <p:tag name="KSO_WM_TAG_VERSION" val="3.0"/>
  <p:tag name="KSO_WM_UNIT_LAYERLEVEL" val="1_1_1"/>
  <p:tag name="KSO_WM_TEMPLATE_INDEX" val="307"/>
  <p:tag name="KSO_WM_TEMPLATE_CATEGORY" val="custom"/>
</p:tagLst>
</file>

<file path=ppt/tags/tag11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3*l_h_i*1_2_2"/>
  <p:tag name="KSO_WM_TAG_VERSION" val="3.0"/>
  <p:tag name="KSO_WM_UNIT_LAYERLEVEL" val="1_1_1"/>
  <p:tag name="KSO_WM_TEMPLATE_INDEX" val="307"/>
  <p:tag name="KSO_WM_TEMPLATE_CATEGORY" val="custom"/>
</p:tagLst>
</file>

<file path=ppt/tags/tag11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3*l_h_i*1_2_1"/>
  <p:tag name="KSO_WM_TAG_VERSION" val="3.0"/>
  <p:tag name="KSO_WM_UNIT_LAYERLEVEL" val="1_1_1"/>
  <p:tag name="KSO_WM_TEMPLATE_INDEX" val="307"/>
  <p:tag name="KSO_WM_TEMPLATE_CATEGORY" val="custom"/>
</p:tagLst>
</file>

<file path=ppt/tags/tag11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3*l_h_a*1_1_1"/>
  <p:tag name="KSO_WM_TAG_VERSION" val="3.0"/>
  <p:tag name="KSO_WM_UNIT_LAYERLEVEL" val="1_1_1"/>
  <p:tag name="KSO_WM_TEMPLATE_INDEX" val="307"/>
  <p:tag name="KSO_WM_TEMPLATE_CATEGORY" val="custom"/>
</p:tagLst>
</file>

<file path=ppt/tags/tag11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3*l_h_i*1_1_2"/>
  <p:tag name="KSO_WM_TAG_VERSION" val="3.0"/>
  <p:tag name="KSO_WM_UNIT_LAYERLEVEL" val="1_1_1"/>
  <p:tag name="KSO_WM_TEMPLATE_INDEX" val="307"/>
  <p:tag name="KSO_WM_TEMPLATE_CATEGORY" val="custom"/>
</p:tagLst>
</file>

<file path=ppt/tags/tag11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3*l_h_i*1_1_1"/>
  <p:tag name="KSO_WM_TAG_VERSION" val="3.0"/>
  <p:tag name="KSO_WM_UNIT_LAYERLEVEL" val="1_1_1"/>
  <p:tag name="KSO_WM_TEMPLATE_INDEX" val="307"/>
  <p:tag name="KSO_WM_TEMPLATE_CATEGORY" val="custom"/>
</p:tagLst>
</file>

<file path=ppt/tags/tag11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ID" val="slide_61223ae7a7f7aefc"/>
  <p:tag name="KSO_WM_UNIT_ID" val="_13*a*1"/>
  <p:tag name="KSO_WM_TAG_VERSION" val="3.0"/>
  <p:tag name="KSO_WM_UNIT_LAYERLEVEL" val="1"/>
  <p:tag name="KSO_WM_TEMPLATE_INDEX" val="307"/>
  <p:tag name="KSO_WM_TEMPLATE_CATEGORY" val="custom"/>
</p:tagLst>
</file>

<file path=ppt/tags/tag11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3*b*1"/>
  <p:tag name="KSO_WM_TAG_VERSION" val="3.0"/>
  <p:tag name="KSO_WM_UNIT_LAYERLEVEL" val="1"/>
  <p:tag name="KSO_WM_TEMPLATE_INDEX" val="307"/>
  <p:tag name="KSO_WM_TEMPLATE_CATEGORY" val="custom"/>
</p:tagLst>
</file>

<file path=ppt/tags/tag118.xml><?xml version="1.0" encoding="utf-8"?>
<p:tagLst xmlns:p="http://schemas.openxmlformats.org/presentationml/2006/main">
  <p:tag name="SlideZOrder" val="2"/>
  <p:tag name="KSO_WM_UNIT_ID" val="_14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11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TYPE" val="l_h_a"/>
  <p:tag name="KSO_WM_UNIT_ID" val="_14*l_h_a*1_5_1"/>
  <p:tag name="KSO_WM_TAG_VERSION" val="3.0"/>
  <p:tag name="KSO_WM_UNIT_LAYERLEVEL" val="1_1_1"/>
  <p:tag name="KSO_WM_TEMPLATE_INDEX" val="307"/>
  <p:tag name="KSO_WM_TEMPLATE_CATEGORY" val="custom"/>
</p:tagLst>
</file>

<file path=ppt/tags/tag12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5_2"/>
  <p:tag name="KSO_WM_UNIT_TYPE" val="l_h_i"/>
  <p:tag name="KSO_WM_UNIT_ID" val="_14*l_h_i*1_5_2"/>
  <p:tag name="KSO_WM_TAG_VERSION" val="3.0"/>
  <p:tag name="KSO_WM_UNIT_LAYERLEVEL" val="1_1_1"/>
  <p:tag name="KSO_WM_TEMPLATE_INDEX" val="307"/>
  <p:tag name="KSO_WM_TEMPLATE_CATEGORY" val="custom"/>
</p:tagLst>
</file>

<file path=ppt/tags/tag12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SUBTYPE" val="d"/>
  <p:tag name="KSO_WM_UNIT_TYPE" val="l_h_i"/>
  <p:tag name="KSO_WM_UNIT_ID" val="_14*l_h_i*1_5_1"/>
  <p:tag name="KSO_WM_TAG_VERSION" val="3.0"/>
  <p:tag name="KSO_WM_UNIT_LAYERLEVEL" val="1_1_1"/>
  <p:tag name="KSO_WM_TEMPLATE_INDEX" val="307"/>
  <p:tag name="KSO_WM_TEMPLATE_CATEGORY" val="custom"/>
</p:tagLst>
</file>

<file path=ppt/tags/tag12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14*l_h_a*1_4_1"/>
  <p:tag name="KSO_WM_TAG_VERSION" val="3.0"/>
  <p:tag name="KSO_WM_UNIT_LAYERLEVEL" val="1_1_1"/>
  <p:tag name="KSO_WM_TEMPLATE_INDEX" val="307"/>
  <p:tag name="KSO_WM_TEMPLATE_CATEGORY" val="custom"/>
</p:tagLst>
</file>

<file path=ppt/tags/tag12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14*l_h_i*1_4_2"/>
  <p:tag name="KSO_WM_TAG_VERSION" val="3.0"/>
  <p:tag name="KSO_WM_UNIT_LAYERLEVEL" val="1_1_1"/>
  <p:tag name="KSO_WM_TEMPLATE_INDEX" val="307"/>
  <p:tag name="KSO_WM_TEMPLATE_CATEGORY" val="custom"/>
</p:tagLst>
</file>

<file path=ppt/tags/tag12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14*l_h_i*1_4_1"/>
  <p:tag name="KSO_WM_TAG_VERSION" val="3.0"/>
  <p:tag name="KSO_WM_UNIT_LAYERLEVEL" val="1_1_1"/>
  <p:tag name="KSO_WM_TEMPLATE_INDEX" val="307"/>
  <p:tag name="KSO_WM_TEMPLATE_CATEGORY" val="custom"/>
</p:tagLst>
</file>

<file path=ppt/tags/tag12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4*l_h_a*1_3_1"/>
  <p:tag name="KSO_WM_TAG_VERSION" val="3.0"/>
  <p:tag name="KSO_WM_UNIT_LAYERLEVEL" val="1_1_1"/>
  <p:tag name="KSO_WM_TEMPLATE_INDEX" val="307"/>
  <p:tag name="KSO_WM_TEMPLATE_CATEGORY" val="custom"/>
</p:tagLst>
</file>

<file path=ppt/tags/tag12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4*l_h_i*1_3_2"/>
  <p:tag name="KSO_WM_TAG_VERSION" val="3.0"/>
  <p:tag name="KSO_WM_UNIT_LAYERLEVEL" val="1_1_1"/>
  <p:tag name="KSO_WM_TEMPLATE_INDEX" val="307"/>
  <p:tag name="KSO_WM_TEMPLATE_CATEGORY" val="custom"/>
</p:tagLst>
</file>

<file path=ppt/tags/tag12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4*l_h_i*1_3_1"/>
  <p:tag name="KSO_WM_TAG_VERSION" val="3.0"/>
  <p:tag name="KSO_WM_UNIT_LAYERLEVEL" val="1_1_1"/>
  <p:tag name="KSO_WM_TEMPLATE_INDEX" val="307"/>
  <p:tag name="KSO_WM_TEMPLATE_CATEGORY" val="custom"/>
</p:tagLst>
</file>

<file path=ppt/tags/tag12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4*l_h_a*1_2_1"/>
  <p:tag name="KSO_WM_TAG_VERSION" val="3.0"/>
  <p:tag name="KSO_WM_UNIT_LAYERLEVEL" val="1_1_1"/>
  <p:tag name="KSO_WM_TEMPLATE_INDEX" val="307"/>
  <p:tag name="KSO_WM_TEMPLATE_CATEGORY" val="custom"/>
</p:tagLst>
</file>

<file path=ppt/tags/tag12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4*l_h_i*1_2_2"/>
  <p:tag name="KSO_WM_TAG_VERSION" val="3.0"/>
  <p:tag name="KSO_WM_UNIT_LAYERLEVEL" val="1_1_1"/>
  <p:tag name="KSO_WM_TEMPLATE_INDEX" val="307"/>
  <p:tag name="KSO_WM_TEMPLATE_CATEGORY" val="custom"/>
</p:tagLst>
</file>

<file path=ppt/tags/tag13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4*l_h_i*1_2_1"/>
  <p:tag name="KSO_WM_TAG_VERSION" val="3.0"/>
  <p:tag name="KSO_WM_UNIT_LAYERLEVEL" val="1_1_1"/>
  <p:tag name="KSO_WM_TEMPLATE_INDEX" val="307"/>
  <p:tag name="KSO_WM_TEMPLATE_CATEGORY" val="custom"/>
</p:tagLst>
</file>

<file path=ppt/tags/tag13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4*l_h_a*1_1_1"/>
  <p:tag name="KSO_WM_TAG_VERSION" val="3.0"/>
  <p:tag name="KSO_WM_UNIT_LAYERLEVEL" val="1_1_1"/>
  <p:tag name="KSO_WM_TEMPLATE_INDEX" val="307"/>
  <p:tag name="KSO_WM_TEMPLATE_CATEGORY" val="custom"/>
</p:tagLst>
</file>

<file path=ppt/tags/tag13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4*l_h_i*1_1_2"/>
  <p:tag name="KSO_WM_TAG_VERSION" val="3.0"/>
  <p:tag name="KSO_WM_UNIT_LAYERLEVEL" val="1_1_1"/>
  <p:tag name="KSO_WM_TEMPLATE_INDEX" val="307"/>
  <p:tag name="KSO_WM_TEMPLATE_CATEGORY" val="custom"/>
</p:tagLst>
</file>

<file path=ppt/tags/tag13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4*l_h_i*1_1_1"/>
  <p:tag name="KSO_WM_TAG_VERSION" val="3.0"/>
  <p:tag name="KSO_WM_UNIT_LAYERLEVEL" val="1_1_1"/>
  <p:tag name="KSO_WM_TEMPLATE_INDEX" val="307"/>
  <p:tag name="KSO_WM_TEMPLATE_CATEGORY" val="custom"/>
</p:tagLst>
</file>

<file path=ppt/tags/tag13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  <p:tag name="KSO_WM_UNIT_ID" val="_14*a*1"/>
  <p:tag name="KSO_WM_TAG_VERSION" val="3.0"/>
  <p:tag name="KSO_WM_UNIT_LAYERLEVEL" val="1"/>
  <p:tag name="KSO_WM_TEMPLATE_INDEX" val="307"/>
  <p:tag name="KSO_WM_TEMPLATE_CATEGORY" val="custom"/>
</p:tagLst>
</file>

<file path=ppt/tags/tag13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4*b*1"/>
  <p:tag name="KSO_WM_TAG_VERSION" val="3.0"/>
  <p:tag name="KSO_WM_UNIT_LAYERLEVEL" val="1"/>
  <p:tag name="KSO_WM_TEMPLATE_INDEX" val="307"/>
  <p:tag name="KSO_WM_TEMPLATE_CATEGORY" val="custom"/>
</p:tagLst>
</file>

<file path=ppt/tags/tag136.xml><?xml version="1.0" encoding="utf-8"?>
<p:tagLst xmlns:p="http://schemas.openxmlformats.org/presentationml/2006/main">
  <p:tag name="SlideZOrder" val="2"/>
  <p:tag name="KSO_WM_UNIT_ID" val="_15**"/>
  <p:tag name="KSO_WM_BEAUTIFY_FLAG" val="#wm#"/>
  <p:tag name="KSO_WM_TAG_VERSION" val="3.0"/>
  <p:tag name="KSO_WM_UNIT_LAYERLEVEL" val="1"/>
  <p:tag name="KSO_WM_TEMPLATE_INDEX" val="307"/>
  <p:tag name="KSO_WM_TEMPLATE_CATEGORY" val="custom"/>
</p:tagLst>
</file>

<file path=ppt/tags/tag13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6_1"/>
  <p:tag name="KSO_WM_UNIT_TYPE" val="l_h_a"/>
  <p:tag name="KSO_WM_UNIT_ID" val="_15*l_h_a*1_6_1"/>
  <p:tag name="KSO_WM_TAG_VERSION" val="3.0"/>
  <p:tag name="KSO_WM_UNIT_LAYERLEVEL" val="1_1_1"/>
  <p:tag name="KSO_WM_TEMPLATE_INDEX" val="307"/>
  <p:tag name="KSO_WM_TEMPLATE_CATEGORY" val="custom"/>
</p:tagLst>
</file>

<file path=ppt/tags/tag13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6_2"/>
  <p:tag name="KSO_WM_UNIT_TYPE" val="l_h_i"/>
  <p:tag name="KSO_WM_UNIT_ID" val="_15*l_h_i*1_6_2"/>
  <p:tag name="KSO_WM_TAG_VERSION" val="3.0"/>
  <p:tag name="KSO_WM_UNIT_LAYERLEVEL" val="1_1_1"/>
  <p:tag name="KSO_WM_TEMPLATE_INDEX" val="307"/>
  <p:tag name="KSO_WM_TEMPLATE_CATEGORY" val="custom"/>
</p:tagLst>
</file>

<file path=ppt/tags/tag13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6_1"/>
  <p:tag name="KSO_WM_UNIT_SUBTYPE" val="d"/>
  <p:tag name="KSO_WM_UNIT_TYPE" val="l_h_i"/>
  <p:tag name="KSO_WM_UNIT_ID" val="_15*l_h_i*1_6_1"/>
  <p:tag name="KSO_WM_TAG_VERSION" val="3.0"/>
  <p:tag name="KSO_WM_UNIT_LAYERLEVEL" val="1_1_1"/>
  <p:tag name="KSO_WM_TEMPLATE_INDEX" val="307"/>
  <p:tag name="KSO_WM_TEMPLATE_CATEGORY" val="custom"/>
</p:tagLst>
</file>

<file path=ppt/tags/tag14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TYPE" val="l_h_a"/>
  <p:tag name="KSO_WM_UNIT_ID" val="_15*l_h_a*1_5_1"/>
  <p:tag name="KSO_WM_TAG_VERSION" val="3.0"/>
  <p:tag name="KSO_WM_UNIT_LAYERLEVEL" val="1_1_1"/>
  <p:tag name="KSO_WM_TEMPLATE_INDEX" val="307"/>
  <p:tag name="KSO_WM_TEMPLATE_CATEGORY" val="custom"/>
</p:tagLst>
</file>

<file path=ppt/tags/tag14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5_2"/>
  <p:tag name="KSO_WM_UNIT_TYPE" val="l_h_i"/>
  <p:tag name="KSO_WM_UNIT_ID" val="_15*l_h_i*1_5_2"/>
  <p:tag name="KSO_WM_TAG_VERSION" val="3.0"/>
  <p:tag name="KSO_WM_UNIT_LAYERLEVEL" val="1_1_1"/>
  <p:tag name="KSO_WM_TEMPLATE_INDEX" val="307"/>
  <p:tag name="KSO_WM_TEMPLATE_CATEGORY" val="custom"/>
</p:tagLst>
</file>

<file path=ppt/tags/tag14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SUBTYPE" val="d"/>
  <p:tag name="KSO_WM_UNIT_TYPE" val="l_h_i"/>
  <p:tag name="KSO_WM_UNIT_ID" val="_15*l_h_i*1_5_1"/>
  <p:tag name="KSO_WM_TAG_VERSION" val="3.0"/>
  <p:tag name="KSO_WM_UNIT_LAYERLEVEL" val="1_1_1"/>
  <p:tag name="KSO_WM_TEMPLATE_INDEX" val="307"/>
  <p:tag name="KSO_WM_TEMPLATE_CATEGORY" val="custom"/>
</p:tagLst>
</file>

<file path=ppt/tags/tag14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15*l_h_a*1_4_1"/>
  <p:tag name="KSO_WM_TAG_VERSION" val="3.0"/>
  <p:tag name="KSO_WM_UNIT_LAYERLEVEL" val="1_1_1"/>
  <p:tag name="KSO_WM_TEMPLATE_INDEX" val="307"/>
  <p:tag name="KSO_WM_TEMPLATE_CATEGORY" val="custom"/>
</p:tagLst>
</file>

<file path=ppt/tags/tag14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15*l_h_i*1_4_2"/>
  <p:tag name="KSO_WM_TAG_VERSION" val="3.0"/>
  <p:tag name="KSO_WM_UNIT_LAYERLEVEL" val="1_1_1"/>
  <p:tag name="KSO_WM_TEMPLATE_INDEX" val="307"/>
  <p:tag name="KSO_WM_TEMPLATE_CATEGORY" val="custom"/>
</p:tagLst>
</file>

<file path=ppt/tags/tag14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15*l_h_i*1_4_1"/>
  <p:tag name="KSO_WM_TAG_VERSION" val="3.0"/>
  <p:tag name="KSO_WM_UNIT_LAYERLEVEL" val="1_1_1"/>
  <p:tag name="KSO_WM_TEMPLATE_INDEX" val="307"/>
  <p:tag name="KSO_WM_TEMPLATE_CATEGORY" val="custom"/>
</p:tagLst>
</file>

<file path=ppt/tags/tag14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5*l_h_a*1_3_1"/>
  <p:tag name="KSO_WM_TAG_VERSION" val="3.0"/>
  <p:tag name="KSO_WM_UNIT_LAYERLEVEL" val="1_1_1"/>
  <p:tag name="KSO_WM_TEMPLATE_INDEX" val="307"/>
  <p:tag name="KSO_WM_TEMPLATE_CATEGORY" val="custom"/>
</p:tagLst>
</file>

<file path=ppt/tags/tag14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5*l_h_i*1_3_2"/>
  <p:tag name="KSO_WM_TAG_VERSION" val="3.0"/>
  <p:tag name="KSO_WM_UNIT_LAYERLEVEL" val="1_1_1"/>
  <p:tag name="KSO_WM_TEMPLATE_INDEX" val="307"/>
  <p:tag name="KSO_WM_TEMPLATE_CATEGORY" val="custom"/>
</p:tagLst>
</file>

<file path=ppt/tags/tag14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5*l_h_i*1_3_1"/>
  <p:tag name="KSO_WM_TAG_VERSION" val="3.0"/>
  <p:tag name="KSO_WM_UNIT_LAYERLEVEL" val="1_1_1"/>
  <p:tag name="KSO_WM_TEMPLATE_INDEX" val="307"/>
  <p:tag name="KSO_WM_TEMPLATE_CATEGORY" val="custom"/>
</p:tagLst>
</file>

<file path=ppt/tags/tag14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5*l_h_a*1_2_1"/>
  <p:tag name="KSO_WM_TAG_VERSION" val="3.0"/>
  <p:tag name="KSO_WM_UNIT_LAYERLEVEL" val="1_1_1"/>
  <p:tag name="KSO_WM_TEMPLATE_INDEX" val="307"/>
  <p:tag name="KSO_WM_TEMPLATE_CATEGORY" val="custom"/>
</p:tagLst>
</file>

<file path=ppt/tags/tag15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5*l_h_i*1_2_2"/>
  <p:tag name="KSO_WM_TAG_VERSION" val="3.0"/>
  <p:tag name="KSO_WM_UNIT_LAYERLEVEL" val="1_1_1"/>
  <p:tag name="KSO_WM_TEMPLATE_INDEX" val="307"/>
  <p:tag name="KSO_WM_TEMPLATE_CATEGORY" val="custom"/>
</p:tagLst>
</file>

<file path=ppt/tags/tag15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5*l_h_i*1_2_1"/>
  <p:tag name="KSO_WM_TAG_VERSION" val="3.0"/>
  <p:tag name="KSO_WM_UNIT_LAYERLEVEL" val="1_1_1"/>
  <p:tag name="KSO_WM_TEMPLATE_INDEX" val="307"/>
  <p:tag name="KSO_WM_TEMPLATE_CATEGORY" val="custom"/>
</p:tagLst>
</file>

<file path=ppt/tags/tag15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5*l_h_a*1_1_1"/>
  <p:tag name="KSO_WM_TAG_VERSION" val="3.0"/>
  <p:tag name="KSO_WM_UNIT_LAYERLEVEL" val="1_1_1"/>
  <p:tag name="KSO_WM_TEMPLATE_INDEX" val="307"/>
  <p:tag name="KSO_WM_TEMPLATE_CATEGORY" val="custom"/>
</p:tagLst>
</file>

<file path=ppt/tags/tag15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5*l_h_i*1_1_2"/>
  <p:tag name="KSO_WM_TAG_VERSION" val="3.0"/>
  <p:tag name="KSO_WM_UNIT_LAYERLEVEL" val="1_1_1"/>
  <p:tag name="KSO_WM_TEMPLATE_INDEX" val="307"/>
  <p:tag name="KSO_WM_TEMPLATE_CATEGORY" val="custom"/>
</p:tagLst>
</file>

<file path=ppt/tags/tag15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5*l_h_i*1_1_1"/>
  <p:tag name="KSO_WM_TAG_VERSION" val="3.0"/>
  <p:tag name="KSO_WM_UNIT_LAYERLEVEL" val="1_1_1"/>
  <p:tag name="KSO_WM_TEMPLATE_INDEX" val="307"/>
  <p:tag name="KSO_WM_TEMPLATE_CATEGORY" val="custom"/>
</p:tagLst>
</file>

<file path=ppt/tags/tag15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  <p:tag name="KSO_WM_UNIT_ID" val="_15*a*1"/>
  <p:tag name="KSO_WM_TAG_VERSION" val="3.0"/>
  <p:tag name="KSO_WM_UNIT_LAYERLEVEL" val="1"/>
  <p:tag name="KSO_WM_TEMPLATE_INDEX" val="307"/>
  <p:tag name="KSO_WM_TEMPLATE_CATEGORY" val="custom"/>
</p:tagLst>
</file>

<file path=ppt/tags/tag15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5*b*1"/>
  <p:tag name="KSO_WM_TAG_VERSION" val="3.0"/>
  <p:tag name="KSO_WM_UNIT_LAYERLEVEL" val="1"/>
  <p:tag name="KSO_WM_TEMPLATE_INDEX" val="307"/>
  <p:tag name="KSO_WM_TEMPLATE_CATEGORY" val="custom"/>
</p:tagLst>
</file>

<file path=ppt/tags/tag1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cb55f16a39f3bf61c9f072a90019e63f855ad2"/>
  <p:tag name="KSO_WM_NEWLAYOUT_GROUP_ID" val="layout_60"/>
  <p:tag name="KSO_WM_NEWLAYOUT_ID" val="slide_7a497b07d3397511"/>
</p:tagLst>
</file>

<file path=ppt/tags/tag159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2834967dce15601565700fa95c54bf031945860"/>
  <p:tag name="KSO_WM_NEWLAYOUT_GROUP_ID" val="layout_48"/>
  <p:tag name="KSO_WM_NEWLAYOUT_ID" val="slide_4a3a316319699232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7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116a071b0bd2b7d904439e87bfa22b8a1e16a0"/>
  <p:tag name="KSO_WM_NEWLAYOUT_GROUP_ID" val="layout_10008"/>
  <p:tag name="KSO_WM_NEWLAYOUT_ID" val="slide_8abe32aad2b2b8f5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4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7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9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1*3*12*1*1"/>
  <p:tag name="KSO_WM_LAYOUT_CARDGROUP_ID" val="93bde282e1d343a0a934fb777c91a72a"/>
  <p:tag name="KSO_WM_LAYOUT_CARDGROUP_STYLE_INFO" val="C1_sc_p2*standard*0"/>
  <p:tag name="KSO_WM_LAYOUT_CARD_COUNT" val="3"/>
  <p:tag name="KSO_WM_LAYOUT_CHECK_HASH" val="2ca2064e93e02ae14f2dc7997c8349fd69b15852"/>
  <p:tag name="KSO_WM_LAYOUT_DOMHASH" val="0f47d3a79191b20efddc72f564c09dc6dfe15fce"/>
  <p:tag name="KSO_WM_LAYOUT_MCSHASH" val="22987016c16323f657ee5886832f4356a277d984"/>
  <p:tag name="KSO_WM_NEWLAYOUT_GROUP_ID" val="40"/>
  <p:tag name="KSO_WM_NEWLAYOUT_ID" val="lay_44d203f009798acb347d564745133717974a016f"/>
</p:tagLst>
</file>

<file path=ppt/tags/tag192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456f6fa01123bf05ee62844bd8316d09259621"/>
  <p:tag name="KSO_WM_NEWLAYOUT_GROUP_ID" val="layout_26"/>
  <p:tag name="KSO_WM_NEWLAYOUT_ID" val="slide_f2f0a703e5376311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5bceb82d9c928434b483cc223770c9665e77b02"/>
  <p:tag name="KSO_WM_NEWLAYOUT_GROUP_ID" val="layout_2"/>
  <p:tag name="KSO_WM_NEWLAYOUT_ID" val="slide_0494771ff88aefe6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b0ec9fcdc0f1eb851502f7f5261aa4ffe15bc9"/>
  <p:tag name="KSO_WM_NEWLAYOUT_GROUP_ID" val="layout_10013"/>
  <p:tag name="KSO_WM_NEWLAYOUT_ID" val="slide_c60fea93c381646b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9eaf571e2fd5f611b56da88119e6c80bddef077"/>
  <p:tag name="KSO_WM_NEWLAYOUT_GROUP_ID" val="layout_61"/>
  <p:tag name="KSO_WM_NEWLAYOUT_ID" val="slide_a545310637f23f8a"/>
</p:tagLst>
</file>

<file path=ppt/tags/tag227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0b409b306cc89015df92a5d6e74ed809c759aa"/>
  <p:tag name="KSO_WM_NEWLAYOUT_GROUP_ID" val="layout_59"/>
  <p:tag name="KSO_WM_NEWLAYOUT_ID" val="slide_5de86d768367c858"/>
</p:tagLst>
</file>

<file path=ppt/tags/tag2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5b4da3b661cb87b03c08242266ebc8f8b8c3a05"/>
  <p:tag name="KSO_WM_NEWLAYOUT_GROUP_ID" val="layout_42"/>
  <p:tag name="KSO_WM_NEWLAYOUT_ID" val="slide_612acce709c55489"/>
</p:tagLst>
</file>

<file path=ppt/tags/tag24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53083a5981384cf43d84efb62c7dd4ad1b97732"/>
  <p:tag name="KSO_WM_NEWLAYOUT_GROUP_ID" val="layout_10013"/>
  <p:tag name="KSO_WM_NEWLAYOUT_ID" val="slide_47ddc0f3e0d84bd1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1*1*5*1*1"/>
  <p:tag name="KSO_WM_LAYOUT_CARDGROUP_ID" val="5672daa822b4427b887d40f04622721a"/>
  <p:tag name="KSO_WM_LAYOUT_CARDGROUP_STYLE_INFO" val="C1_sc_p2*standard*1"/>
  <p:tag name="KSO_WM_LAYOUT_CARD_COUNT" val="2"/>
  <p:tag name="KSO_WM_LAYOUT_CHECK_HASH" val="fe6eec4ded8b52b730dc1dbfcefdc87c633d404f"/>
  <p:tag name="KSO_WM_LAYOUT_DOMHASH" val="811e899127454e67863f535e73254955967c40be"/>
  <p:tag name="KSO_WM_LAYOUT_MCSHASH" val="107be5518232ce26bcde1a2c0495389f80650237"/>
  <p:tag name="KSO_WM_NEWLAYOUT_GROUP_ID" val="40"/>
  <p:tag name="KSO_WM_NEWLAYOUT_ID" val="lay_fb6c34eba8e90fc6cc650bfd65bf5264ee39fe27"/>
</p:tagLst>
</file>

<file path=ppt/tags/tag258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a6d24e7b6bee87cb90f45efc6b527bbe67a2882"/>
  <p:tag name="KSO_WM_NEWLAYOUT_GROUP_ID" val="layout_59"/>
  <p:tag name="KSO_WM_NEWLAYOUT_ID" val="slide_bb541080977a002b"/>
</p:tagLst>
</file>

<file path=ppt/tags/tag2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de8635414af29940a078d0fadaf6095cec61d23"/>
  <p:tag name="KSO_WM_NEWLAYOUT_GROUP_ID" val="layout_10003"/>
  <p:tag name="KSO_WM_NEWLAYOUT_ID" val="slide_2e5f3f4c52aaa365"/>
</p:tagLst>
</file>

<file path=ppt/tags/tag2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f106f79570b52804f82b02cb84004dae8fcae9"/>
  <p:tag name="KSO_WM_NEWLAYOUT_GROUP_ID" val="layout_34"/>
  <p:tag name="KSO_WM_NEWLAYOUT_ID" val="slide_ee1cf869270fa626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2*3*6*1*1"/>
  <p:tag name="KSO_WM_LAYOUT_CARDGROUP_ID" val="b754b0660f3045a684d6915053094274"/>
  <p:tag name="KSO_WM_LAYOUT_CARDGROUP_STYLE_INFO" val="C1_sc_p2*standard*2"/>
  <p:tag name="KSO_WM_LAYOUT_CARD_COUNT" val="2"/>
  <p:tag name="KSO_WM_LAYOUT_CHECK_HASH" val="fd1f499459dfb6d37bef40c3a21998b3023a7ace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289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ee07cb13cf2b6c3f3975c699bccd1de7c4db2fb"/>
  <p:tag name="KSO_WM_NEWLAYOUT_GROUP_ID" val="layout_10004"/>
  <p:tag name="KSO_WM_NEWLAYOUT_ID" val="slide_fc5e6fce07636398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dbf5fa0c7e419ad49af9673d91cc84fc514c2b"/>
  <p:tag name="KSO_WM_NEWLAYOUT_GROUP_ID" val="layout_10014"/>
  <p:tag name="KSO_WM_NEWLAYOUT_ID" val="slide_504b870359682aa1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06c650aa1c758fa6f8d1f67a199a907b8d08ba"/>
  <p:tag name="KSO_WM_NEWLAYOUT_GROUP_ID" val="layout_57"/>
  <p:tag name="KSO_WM_NEWLAYOUT_ID" val="slide_729c42b1199d7149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5648b56cb385365ed2d877f12fafda8dd598ca"/>
  <p:tag name="KSO_WM_NEWLAYOUT_GROUP_ID" val="layout_38"/>
  <p:tag name="KSO_WM_NEWLAYOUT_ID" val="slide_3e4f13ddd7dc8528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dff0671c68e98a17626b64f3020c20ec1ebaba"/>
  <p:tag name="KSO_WM_NEWLAYOUT_GROUP_ID" val="layout_10007"/>
  <p:tag name="KSO_WM_NEWLAYOUT_ID" val="slide_a6198808599c094b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a5fe803693e424da9c0e863d47e8074ec62f3a"/>
  <p:tag name="KSO_WM_NEWLAYOUT_GROUP_ID" val="layout_31"/>
  <p:tag name="KSO_WM_NEWLAYOUT_ID" val="slide_f0d6b2b67c5ac978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b8adea8dd7d128d756a95bade7e7521c0e4470"/>
  <p:tag name="KSO_WM_NEWLAYOUT_GROUP_ID" val="layout_10009"/>
  <p:tag name="KSO_WM_NEWLAYOUT_ID" val="slide_97a51ff2b1722ceb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8c587ac8b02a2272cc5cf1528a5580f8c093c00"/>
  <p:tag name="KSO_WM_NEWLAYOUT_GROUP_ID" val="layout_53"/>
  <p:tag name="KSO_WM_NEWLAYOUT_ID" val="slide_d0353eb596aa5dda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579ff717f0a2605bf82499d2c6508c3b724fc3"/>
  <p:tag name="KSO_WM_NEWLAYOUT_GROUP_ID" val="layout_60"/>
  <p:tag name="KSO_WM_NEWLAYOUT_ID" val="slide_92e718e35737f8af"/>
</p:tagLst>
</file>

<file path=ppt/tags/tag367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307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307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307"/>
  <p:tag name="KSO_WM_TEMPLATE_CATEGORY" val="custom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307"/>
  <p:tag name="KSO_WM_TEMPLATE_CATEGORY" val="custom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307"/>
  <p:tag name="KSO_WM_TEMPLATE_CATEGORY" val="custom"/>
</p:tagLst>
</file>

<file path=ppt/tags/tag37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AITEMPLATE_STYLE_ID" val="0"/>
</p:tagLst>
</file>

<file path=ppt/tags/tag378.xml><?xml version="1.0" encoding="utf-8"?>
<p:tagLst xmlns:p="http://schemas.openxmlformats.org/presentationml/2006/main">
  <p:tag name="KSO_WM_UNIT_TYPE" val="f"/>
  <p:tag name="KSO_WM_UNIT_SUBTYPE" val="a"/>
  <p:tag name="KSO_WM_UNIT_INDEX" val="3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f*3"/>
  <p:tag name="KSO_WM_UNIT_LAYERLEVEL" val="1"/>
</p:tagLst>
</file>

<file path=ppt/tags/tag3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307_1*a*1"/>
  <p:tag name="KSO_WM_TEMPLATE_INDEX" val="307"/>
  <p:tag name="KSO_WM_TEMPLATE_CATEGORY" val="custom"/>
  <p:tag name="KSO_WM_UNIT_LAYERLEVEL" val="1"/>
</p:tagLst>
</file>

<file path=ppt/tags/tag3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f*1"/>
  <p:tag name="KSO_WM_UNIT_LAYERLEVEL" val="1"/>
</p:tagLst>
</file>

<file path=ppt/tags/tag381.xml><?xml version="1.0" encoding="utf-8"?>
<p:tagLst xmlns:p="http://schemas.openxmlformats.org/presentationml/2006/main">
  <p:tag name="KSO_WM_UNIT_TYPE" val="f"/>
  <p:tag name="KSO_WM_UNIT_SUBTYPE" val="a"/>
  <p:tag name="KSO_WM_UNIT_INDEX" val="5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f*5"/>
  <p:tag name="KSO_WM_UNIT_LAYERLEVEL" val="1"/>
</p:tagLst>
</file>

<file path=ppt/tags/tag38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f*2"/>
  <p:tag name="KSO_WM_UNIT_LAYERLEVEL" val="1"/>
</p:tagLst>
</file>

<file path=ppt/tags/tag3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b*1"/>
  <p:tag name="KSO_WM_UNIT_LAYERLEVEL" val="1"/>
</p:tagLst>
</file>

<file path=ppt/tags/tag384.xml><?xml version="1.0" encoding="utf-8"?>
<p:tagLst xmlns:p="http://schemas.openxmlformats.org/presentationml/2006/main">
  <p:tag name="KSO_WM_UNIT_TYPE" val="f"/>
  <p:tag name="KSO_WM_UNIT_SUBTYPE" val="b"/>
  <p:tag name="KSO_WM_UNIT_INDEX" val="6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f*6"/>
  <p:tag name="KSO_WM_UNIT_LAYERLEVEL" val="1"/>
</p:tagLst>
</file>

<file path=ppt/tags/tag385.xml><?xml version="1.0" encoding="utf-8"?>
<p:tagLst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j*1"/>
  <p:tag name="KSO_WM_UNIT_LAYERLEVEL" val="1"/>
</p:tagLst>
</file>

<file path=ppt/tags/tag386.xml><?xml version="1.0" encoding="utf-8"?>
<p:tagLst xmlns:p="http://schemas.openxmlformats.org/presentationml/2006/main">
  <p:tag name="KSO_WM_UNIT_TYPE" val="i"/>
  <p:tag name="KSO_WM_DECORATE_TYPE" val="i_cd"/>
  <p:tag name="KSO_WM_UNIT_INDEX" val="5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5"/>
  <p:tag name="KSO_WM_UNIT_LAYERLEVEL" val="1"/>
</p:tagLst>
</file>

<file path=ppt/tags/tag387.xml><?xml version="1.0" encoding="utf-8"?>
<p:tagLst xmlns:p="http://schemas.openxmlformats.org/presentationml/2006/main">
  <p:tag name="KSO_WM_UNIT_TYPE" val="i"/>
  <p:tag name="KSO_WM_DECORATE_TYPE" val="i_cd"/>
  <p:tag name="KSO_WM_UNIT_INDEX" val="6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6"/>
  <p:tag name="KSO_WM_UNIT_LAYERLEVEL" val="1"/>
</p:tagLst>
</file>

<file path=ppt/tags/tag388.xml><?xml version="1.0" encoding="utf-8"?>
<p:tagLst xmlns:p="http://schemas.openxmlformats.org/presentationml/2006/main">
  <p:tag name="KSO_WM_UNIT_TYPE" val="i"/>
  <p:tag name="KSO_WM_DECORATE_TYPE" val="i_cd"/>
  <p:tag name="KSO_WM_UNIT_INDEX" val="7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7"/>
  <p:tag name="KSO_WM_UNIT_LAYERLEVEL" val="1"/>
</p:tagLst>
</file>

<file path=ppt/tags/tag389.xml><?xml version="1.0" encoding="utf-8"?>
<p:tagLst xmlns:p="http://schemas.openxmlformats.org/presentationml/2006/main">
  <p:tag name="KSO_WM_UNIT_TYPE" val="i"/>
  <p:tag name="KSO_WM_DECORATE_TYPE" val="i_cd"/>
  <p:tag name="KSO_WM_UNIT_INDEX" val="8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8"/>
  <p:tag name="KSO_WM_UNIT_LAYERLEVEL" val="1"/>
</p:tagLst>
</file>

<file path=ppt/tags/tag390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1"/>
  <p:tag name="KSO_WM_UNIT_LAYERLEVEL" val="1"/>
</p:tagLst>
</file>

<file path=ppt/tags/tag391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2"/>
  <p:tag name="KSO_WM_UNIT_LAYERLEVEL" val="1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3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3"/>
  <p:tag name="KSO_WM_UNIT_LAYERLEVEL" val="1"/>
</p:tagLst>
</file>

<file path=ppt/tags/tag393.xml><?xml version="1.0" encoding="utf-8"?>
<p:tagLst xmlns:p="http://schemas.openxmlformats.org/presentationml/2006/main">
  <p:tag name="KSO_WM_UNIT_TYPE" val="i"/>
  <p:tag name="KSO_WM_DECORATE_TYPE" val="i_cd"/>
  <p:tag name="KSO_WM_UNIT_INDEX" val="4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i*4"/>
  <p:tag name="KSO_WM_UNIT_LAYERLEVEL" val="1"/>
</p:tagLst>
</file>

<file path=ppt/tags/tag394.xml><?xml version="1.0" encoding="utf-8"?>
<p:tagLst xmlns:p="http://schemas.openxmlformats.org/presentationml/2006/main">
  <p:tag name="KSO_WM_UNIT_TYPE" val="f"/>
  <p:tag name="KSO_WM_UNIT_SUBTYPE" val="a"/>
  <p:tag name="KSO_WM_UNIT_INDEX" val="4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*f*4"/>
  <p:tag name="KSO_WM_UNIT_LAYERLEVEL" val="1"/>
</p:tagLst>
</file>

<file path=ppt/tags/tag395.xml><?xml version="1.0" encoding="utf-8"?>
<p:tagLst xmlns:p="http://schemas.openxmlformats.org/presentationml/2006/main">
  <p:tag name="KSO_WM_BEAUTIFY_FLAG" val="#wm#"/>
  <p:tag name="KSO_WM_TEMPLATE_CATEGORY" val="custom"/>
  <p:tag name="KSO_WM_TEMPLATE_INDEX" val="307"/>
  <p:tag name="KSO_WM_SPECIAL_SOURCE" val="bdnull"/>
  <p:tag name="KSO_WM_SLIDE_TYPE" val="title"/>
  <p:tag name="KSO_WM_TEMPLATE_SUBCATEGORY" val="29"/>
  <p:tag name="KSO_WM_TEMPLATE_COLOR_TYPE" val="0"/>
  <p:tag name="KSO_WM_TAG_VERSION" val="3.0"/>
  <p:tag name="KSO_WM_TEMPLATE_PLACEHOLDER_POS" val="44,80.625,910,427.5"/>
  <p:tag name="KSO_WM_SLIDE_SUBTYPE" val="pureTxt"/>
  <p:tag name="KSO_WM_SLIDE_ITEM_CNT" val="0"/>
  <p:tag name="KSO_WM_SLIDE_THEME_ID" val="20231809"/>
  <p:tag name="KSO_WM_SLIDE_INDEX" val="1"/>
  <p:tag name="KSO_WM_TEMPLATE_THUMBS_INDEX" val="1、14"/>
  <p:tag name="KSO_WM_SLIDE_ID" val="custom307_1"/>
  <p:tag name="KSO_WM_SLIDE_LAYOUT" val="a_b_f_i_j"/>
  <p:tag name="KSO_WM_SLIDE_LAYOUT_CNT" val="1_1_6_8_1"/>
</p:tagLst>
</file>

<file path=ppt/tags/tag39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DIAGRAM_GROUP_CODE" val="l1-1"/>
  <p:tag name="KSO_WM_DIAGRAM_COLOR_TRICK" val="1"/>
  <p:tag name="KSO_WM_DIAGRAM_COLOR_TEXT_CAN_REMOVE" val="n"/>
  <p:tag name="KSO_WM_UNIT_ID" val="custom307_5*b*1"/>
  <p:tag name="KSO_WM_TAG_VERSION" val="3.0"/>
  <p:tag name="KSO_WM_UNIT_LAYERLEVEL" val="1"/>
  <p:tag name="KSO_WM_TEMPLATE_INDEX" val="307"/>
  <p:tag name="KSO_WM_TEMPLATE_CATEGORY" val="custom"/>
</p:tagLst>
</file>

<file path=ppt/tags/tag397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  <p:tag name="KSO_WM_DIAGRAM_GROUP_CODE" val="l1-1"/>
  <p:tag name="KSO_WM_DIAGRAM_COLOR_TRICK" val="1"/>
  <p:tag name="KSO_WM_DIAGRAM_COLOR_TEXT_CAN_REMOVE" val="n"/>
  <p:tag name="KSO_WM_UNIT_ISCONTENTSTITLE" val="1"/>
  <p:tag name="KSO_WM_UNIT_ID" val="custom307_5*a*2"/>
  <p:tag name="KSO_WM_TAG_VERSION" val="3.0"/>
  <p:tag name="KSO_WM_UNIT_LAYERLEVEL" val="1"/>
  <p:tag name="KSO_WM_TEMPLATE_INDEX" val="307"/>
  <p:tag name="KSO_WM_TEMPLATE_CATEGORY" val="custom"/>
</p:tagLst>
</file>

<file path=ppt/tags/tag398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1_1"/>
  <p:tag name="KSO_WM_UNIT_SUBTYPE" val="d"/>
  <p:tag name="KSO_WM_UNIT_TYPE" val="l_h_i"/>
  <p:tag name="KSO_WM_UNIT_PRESET_TEXT" val="01"/>
  <p:tag name="KSO_WM_DIAGRAM_COLOR_TRICK" val="1"/>
  <p:tag name="KSO_WM_DIAGRAM_COLOR_TEXT_CAN_REMOVE" val="n"/>
  <p:tag name="KSO_WM_UNIT_ID" val="custom307_5*l_h_i*1_1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399.xml><?xml version="1.0" encoding="utf-8"?>
<p:tagLst xmlns:p="http://schemas.openxmlformats.org/presentationml/2006/main">
  <p:tag name="$PH_EXT" val="2"/>
  <p:tag name="KSO_WM_FIGMA_DECORATION_INDEX" val="25"/>
  <p:tag name="KSO_WM_BEAUTIFY_FLAG" val="#wm#"/>
  <p:tag name="KSO_WM_DIAGRAM_GROUP_CODE" val="l1-1"/>
  <p:tag name="KSO_WM_FIGMA_FLAG" val="#fgm#"/>
  <p:tag name="KSO_WM_UNIT_INDEX" val="1_1_2"/>
  <p:tag name="KSO_WM_UNIT_TYPE" val="l_h_i"/>
  <p:tag name="KSO_WM_UNIT_PRESET_TEXT" val=" "/>
  <p:tag name="KSO_WM_DIAGRAM_COLOR_TRICK" val="1"/>
  <p:tag name="KSO_WM_DIAGRAM_COLOR_TEXT_CAN_REMOVE" val="n"/>
  <p:tag name="KSO_WM_UNIT_ID" val="custom307_5*l_h_i*1_1_2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0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1_1"/>
  <p:tag name="KSO_WM_UNIT_TYPE" val="l_h_a"/>
  <p:tag name="KSO_WM_UNIT_PRESET_TEXT" val="单击此处添加项标题"/>
  <p:tag name="KSO_WM_DIAGRAM_COLOR_TRICK" val="1"/>
  <p:tag name="KSO_WM_DIAGRAM_COLOR_TEXT_CAN_REMOVE" val="n"/>
  <p:tag name="KSO_WM_UNIT_ISCONTENTSTITLE" val="1"/>
  <p:tag name="KSO_WM_UNIT_ID" val="custom307_5*l_h_a*1_1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1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2_1"/>
  <p:tag name="KSO_WM_UNIT_SUBTYPE" val="d"/>
  <p:tag name="KSO_WM_UNIT_TYPE" val="l_h_i"/>
  <p:tag name="KSO_WM_UNIT_PRESET_TEXT" val="02"/>
  <p:tag name="KSO_WM_DIAGRAM_COLOR_TRICK" val="1"/>
  <p:tag name="KSO_WM_DIAGRAM_COLOR_TEXT_CAN_REMOVE" val="n"/>
  <p:tag name="KSO_WM_UNIT_ID" val="custom307_5*l_h_i*1_2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2.xml><?xml version="1.0" encoding="utf-8"?>
<p:tagLst xmlns:p="http://schemas.openxmlformats.org/presentationml/2006/main">
  <p:tag name="$PH_EXT" val="2"/>
  <p:tag name="KSO_WM_FIGMA_DECORATION_INDEX" val="25"/>
  <p:tag name="KSO_WM_BEAUTIFY_FLAG" val="#wm#"/>
  <p:tag name="KSO_WM_DIAGRAM_GROUP_CODE" val="l1-1"/>
  <p:tag name="KSO_WM_FIGMA_FLAG" val="#fgm#"/>
  <p:tag name="KSO_WM_UNIT_INDEX" val="1_2_2"/>
  <p:tag name="KSO_WM_UNIT_TYPE" val="l_h_i"/>
  <p:tag name="KSO_WM_UNIT_PRESET_TEXT" val=" "/>
  <p:tag name="KSO_WM_DIAGRAM_COLOR_TRICK" val="1"/>
  <p:tag name="KSO_WM_DIAGRAM_COLOR_TEXT_CAN_REMOVE" val="n"/>
  <p:tag name="KSO_WM_UNIT_ID" val="custom307_5*l_h_i*1_2_2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3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2_1"/>
  <p:tag name="KSO_WM_UNIT_TYPE" val="l_h_a"/>
  <p:tag name="KSO_WM_UNIT_PRESET_TEXT" val="单击此处添加项标题"/>
  <p:tag name="KSO_WM_DIAGRAM_COLOR_TRICK" val="1"/>
  <p:tag name="KSO_WM_DIAGRAM_COLOR_TEXT_CAN_REMOVE" val="n"/>
  <p:tag name="KSO_WM_UNIT_ISCONTENTSTITLE" val="1"/>
  <p:tag name="KSO_WM_UNIT_ID" val="custom307_5*l_h_a*1_2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4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3_1"/>
  <p:tag name="KSO_WM_UNIT_SUBTYPE" val="d"/>
  <p:tag name="KSO_WM_UNIT_TYPE" val="l_h_i"/>
  <p:tag name="KSO_WM_UNIT_PRESET_TEXT" val="03"/>
  <p:tag name="KSO_WM_DIAGRAM_COLOR_TRICK" val="1"/>
  <p:tag name="KSO_WM_DIAGRAM_COLOR_TEXT_CAN_REMOVE" val="n"/>
  <p:tag name="KSO_WM_UNIT_ID" val="custom307_5*l_h_i*1_3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5.xml><?xml version="1.0" encoding="utf-8"?>
<p:tagLst xmlns:p="http://schemas.openxmlformats.org/presentationml/2006/main">
  <p:tag name="$PH_EXT" val="2"/>
  <p:tag name="KSO_WM_FIGMA_DECORATION_INDEX" val="25"/>
  <p:tag name="KSO_WM_BEAUTIFY_FLAG" val="#wm#"/>
  <p:tag name="KSO_WM_DIAGRAM_GROUP_CODE" val="l1-1"/>
  <p:tag name="KSO_WM_FIGMA_FLAG" val="#fgm#"/>
  <p:tag name="KSO_WM_UNIT_INDEX" val="1_3_2"/>
  <p:tag name="KSO_WM_UNIT_TYPE" val="l_h_i"/>
  <p:tag name="KSO_WM_UNIT_PRESET_TEXT" val=" "/>
  <p:tag name="KSO_WM_DIAGRAM_COLOR_TRICK" val="1"/>
  <p:tag name="KSO_WM_DIAGRAM_COLOR_TEXT_CAN_REMOVE" val="n"/>
  <p:tag name="KSO_WM_UNIT_ID" val="custom307_5*l_h_i*1_3_2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6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3_1"/>
  <p:tag name="KSO_WM_UNIT_TYPE" val="l_h_a"/>
  <p:tag name="KSO_WM_UNIT_PRESET_TEXT" val="单击此处添加项标题"/>
  <p:tag name="KSO_WM_DIAGRAM_COLOR_TRICK" val="1"/>
  <p:tag name="KSO_WM_DIAGRAM_COLOR_TEXT_CAN_REMOVE" val="n"/>
  <p:tag name="KSO_WM_UNIT_ISCONTENTSTITLE" val="1"/>
  <p:tag name="KSO_WM_UNIT_ID" val="custom307_5*l_h_a*1_3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7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4_1"/>
  <p:tag name="KSO_WM_UNIT_SUBTYPE" val="d"/>
  <p:tag name="KSO_WM_UNIT_TYPE" val="l_h_i"/>
  <p:tag name="KSO_WM_UNIT_PRESET_TEXT" val="04"/>
  <p:tag name="KSO_WM_DIAGRAM_COLOR_TRICK" val="1"/>
  <p:tag name="KSO_WM_DIAGRAM_COLOR_TEXT_CAN_REMOVE" val="n"/>
  <p:tag name="KSO_WM_UNIT_ID" val="custom307_5*l_h_i*1_4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8.xml><?xml version="1.0" encoding="utf-8"?>
<p:tagLst xmlns:p="http://schemas.openxmlformats.org/presentationml/2006/main">
  <p:tag name="$PH_EXT" val="2"/>
  <p:tag name="KSO_WM_FIGMA_DECORATION_INDEX" val="25"/>
  <p:tag name="KSO_WM_BEAUTIFY_FLAG" val="#wm#"/>
  <p:tag name="KSO_WM_DIAGRAM_GROUP_CODE" val="l1-1"/>
  <p:tag name="KSO_WM_FIGMA_FLAG" val="#fgm#"/>
  <p:tag name="KSO_WM_UNIT_INDEX" val="1_4_2"/>
  <p:tag name="KSO_WM_UNIT_TYPE" val="l_h_i"/>
  <p:tag name="KSO_WM_UNIT_PRESET_TEXT" val=" "/>
  <p:tag name="KSO_WM_DIAGRAM_COLOR_TRICK" val="1"/>
  <p:tag name="KSO_WM_DIAGRAM_COLOR_TEXT_CAN_REMOVE" val="n"/>
  <p:tag name="KSO_WM_UNIT_ID" val="custom307_5*l_h_i*1_4_2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09.xml><?xml version="1.0" encoding="utf-8"?>
<p:tagLst xmlns:p="http://schemas.openxmlformats.org/presentationml/2006/main">
  <p:tag name="KSO_WM_BEAUTIFY_FLAG" val="#wm#"/>
  <p:tag name="KSO_WM_DIAGRAM_GROUP_CODE" val="l1-1"/>
  <p:tag name="KSO_WM_FIGMA_FLAG" val="#fgm#"/>
  <p:tag name="KSO_WM_UNIT_INDEX" val="1_4_1"/>
  <p:tag name="KSO_WM_UNIT_TYPE" val="l_h_a"/>
  <p:tag name="KSO_WM_UNIT_PRESET_TEXT" val="单击此处添加项标题"/>
  <p:tag name="KSO_WM_DIAGRAM_COLOR_TRICK" val="1"/>
  <p:tag name="KSO_WM_DIAGRAM_COLOR_TEXT_CAN_REMOVE" val="n"/>
  <p:tag name="KSO_WM_UNIT_ISCONTENTSTITLE" val="1"/>
  <p:tag name="KSO_WM_UNIT_ID" val="custom307_5*l_h_a*1_4_1"/>
  <p:tag name="KSO_WM_TAG_VERSION" val="3.0"/>
  <p:tag name="KSO_WM_UNIT_LAYERLEVEL" val="1_1_1"/>
  <p:tag name="KSO_WM_TEMPLATE_INDEX" val="307"/>
  <p:tag name="KSO_WM_TEMPLATE_CATEGORY" val="custom"/>
  <p:tag name="KSO_WM_SLIDE_FIGMA_DIAGRAM" val="1"/>
  <p:tag name="KSO_WM_DIAGRAM_VIRTUALLY_FRAME" val="{&quot;height&quot;:376,&quot;left&quot;:321.5,&quot;top&quot;:82,&quot;width&quot;:570.5}"/>
</p:tagLst>
</file>

<file path=ppt/tags/tag410.xml><?xml version="1.0" encoding="utf-8"?>
<p:tagLst xmlns:p="http://schemas.openxmlformats.org/presentationml/2006/main">
  <p:tag name="KSO_WM_SLIDE_CONTENT_ORIENTATION" val="horizontal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SLIDE_ID" val="slide_41030c1ef11493f6"/>
  <p:tag name="KSO_WM_TEMPLATE_INDEX" val="307"/>
  <p:tag name="KSO_WM_SLIDE_THEME_ID" val="20237823"/>
  <p:tag name="KSO_WM_SLIDE_INDEX" val="5"/>
  <p:tag name="KSO_WM_TEMPLATE_CATEGORY" val="custom"/>
  <p:tag name="KSO_WM_TAG_VERSION" val="3.0"/>
  <p:tag name="KSO_WM_TEMPLATE_COLOR_TYPE" val="0"/>
  <p:tag name="KSO_WM_ASSEMBLE_CHIP_INDEX" val="diag"/>
  <p:tag name="KSO_WM_DIAGRAM_GROUP_CODE" val="l1-1"/>
  <p:tag name="KSO_WM_SLIDE_ID" val="custom307_5"/>
  <p:tag name="KSO_WM_SLIDE_LAYOUT" val="a_b_l"/>
  <p:tag name="KSO_WM_SLIDE_LAYOUT_CNT" val="1_1_1"/>
</p:tagLst>
</file>

<file path=ppt/tags/tag4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a*1"/>
  <p:tag name="KSO_WM_UNIT_LAYERLEVEL" val="1"/>
</p:tagLst>
</file>

<file path=ppt/tags/tag41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e*1"/>
  <p:tag name="KSO_WM_UNIT_LAYERLEVEL" val="1"/>
</p:tagLst>
</file>

<file path=ppt/tags/tag413.xml><?xml version="1.0" encoding="utf-8"?>
<p:tagLst xmlns:p="http://schemas.openxmlformats.org/presentationml/2006/main">
  <p:tag name="KSO_WM_BEAUTIFY_FLAG" val="#wm#"/>
  <p:tag name="KSO_WM_TEMPLATE_CATEGORY" val="custom"/>
  <p:tag name="KSO_WM_TEMPLATE_INDEX" val="307"/>
  <p:tag name="KSO_WM_SPECIAL_SOURCE" val="bdnull"/>
  <p:tag name="KSO_WM_SLIDE_TYPE" val="sectionTitle"/>
  <p:tag name="KSO_WM_TEMPLATE_SUBCATEGORY" val="29"/>
  <p:tag name="KSO_WM_TEMPLATE_COLOR_TYPE" val="0"/>
  <p:tag name="KSO_WM_TAG_VERSION" val="3.0"/>
  <p:tag name="KSO_WM_TEMPLATE_PLACEHOLDER_POS" val="256,60,448,255"/>
  <p:tag name="KSO_WM_SLIDE_SUBTYPE" val="pureTxt"/>
  <p:tag name="KSO_WM_SLIDE_ITEM_CNT" val="0"/>
  <p:tag name="KSO_WM_SLIDE_THEME_ID" val="20238937"/>
  <p:tag name="KSO_WM_SLIDE_INDEX" val="12"/>
  <p:tag name="KSO_WM_SLIDE_ID" val="custom307_12"/>
  <p:tag name="KSO_WM_SLIDE_LAYOUT" val="a_e"/>
  <p:tag name="KSO_WM_SLIDE_LAYOUT_CNT" val="1_1"/>
</p:tagLst>
</file>

<file path=ppt/tags/tag4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cb55f16a39f3bf61c9f072a90019e63f855ad2"/>
  <p:tag name="KSO_WM_NEWLAYOUT_GROUP_ID" val="layout_60"/>
  <p:tag name="KSO_WM_NEWLAYOUT_ID" val="slide_7a497b07d3397511"/>
  <p:tag name="KSO_WM_UNIT_PRESET_TEXT" val="单击此处添加标题"/>
</p:tagLst>
</file>

<file path=ppt/tags/tag415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2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7a497b07d3397511"/>
</p:tagLst>
</file>

<file path=ppt/tags/tag422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3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4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5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6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7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8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29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0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1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2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3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4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5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6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7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8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39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0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1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2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3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4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5.xml><?xml version="1.0" encoding="utf-8"?>
<p:tagLst xmlns:p="http://schemas.openxmlformats.org/presentationml/2006/main">
  <p:tag name="KSO_WM_DIAGRAM_VIRTUALLY_FRAME" val="{&quot;height&quot;:316.5,&quot;left&quot;:64.5,&quot;top&quot;:124.5,&quot;width&quot;:795}"/>
</p:tagLst>
</file>

<file path=ppt/tags/tag4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a*1"/>
  <p:tag name="KSO_WM_UNIT_LAYERLEVEL" val="1"/>
</p:tagLst>
</file>

<file path=ppt/tags/tag44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e*1"/>
  <p:tag name="KSO_WM_UNIT_LAYERLEVEL" val="1"/>
</p:tagLst>
</file>

<file path=ppt/tags/tag448.xml><?xml version="1.0" encoding="utf-8"?>
<p:tagLst xmlns:p="http://schemas.openxmlformats.org/presentationml/2006/main">
  <p:tag name="KSO_WM_BEAUTIFY_FLAG" val="#wm#"/>
  <p:tag name="KSO_WM_TEMPLATE_CATEGORY" val="custom"/>
  <p:tag name="KSO_WM_TEMPLATE_INDEX" val="307"/>
  <p:tag name="KSO_WM_SPECIAL_SOURCE" val="bdnull"/>
  <p:tag name="KSO_WM_SLIDE_TYPE" val="sectionTitle"/>
  <p:tag name="KSO_WM_TEMPLATE_SUBCATEGORY" val="29"/>
  <p:tag name="KSO_WM_TEMPLATE_COLOR_TYPE" val="0"/>
  <p:tag name="KSO_WM_TAG_VERSION" val="3.0"/>
  <p:tag name="KSO_WM_TEMPLATE_PLACEHOLDER_POS" val="256,60,448,255"/>
  <p:tag name="KSO_WM_SLIDE_SUBTYPE" val="pureTxt"/>
  <p:tag name="KSO_WM_SLIDE_ITEM_CNT" val="0"/>
  <p:tag name="KSO_WM_SLIDE_THEME_ID" val="20238937"/>
  <p:tag name="KSO_WM_SLIDE_INDEX" val="12"/>
  <p:tag name="KSO_WM_SLIDE_ID" val="custom307_12"/>
  <p:tag name="KSO_WM_SLIDE_LAYOUT" val="a_e"/>
  <p:tag name="KSO_WM_SLIDE_LAYOUT_CNT" val="1_1"/>
</p:tagLst>
</file>

<file path=ppt/tags/tag449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0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1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2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3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4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5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6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7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8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59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0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1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2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3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4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5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6.xml><?xml version="1.0" encoding="utf-8"?>
<p:tagLst xmlns:p="http://schemas.openxmlformats.org/presentationml/2006/main">
  <p:tag name="KSO_WM_DIAGRAM_VIRTUALLY_FRAME" val="{&quot;height&quot;:216.85,&quot;left&quot;:61.5,&quot;top&quot;:169.5,&quot;width&quot;:652.5}"/>
</p:tagLst>
</file>

<file path=ppt/tags/tag4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579ff717f0a2605bf82499d2c6508c3b724fc3"/>
  <p:tag name="KSO_WM_NEWLAYOUT_GROUP_ID" val="layout_60"/>
  <p:tag name="KSO_WM_NEWLAYOUT_ID" val="slide_92e718e35737f8af"/>
  <p:tag name="KSO_WM_UNIT_PRESET_TEXT" val="单击此处添加标题"/>
</p:tagLst>
</file>

<file path=ppt/tags/tag468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92e718e35737f8af"/>
</p:tagLst>
</file>

<file path=ppt/tags/tag4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a*1"/>
  <p:tag name="KSO_WM_UNIT_LAYERLEVEL" val="1"/>
</p:tagLst>
</file>

<file path=ppt/tags/tag47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e*1"/>
  <p:tag name="KSO_WM_UNIT_LAYERLEVEL" val="1"/>
</p:tagLst>
</file>

<file path=ppt/tags/tag477.xml><?xml version="1.0" encoding="utf-8"?>
<p:tagLst xmlns:p="http://schemas.openxmlformats.org/presentationml/2006/main">
  <p:tag name="KSO_WM_BEAUTIFY_FLAG" val="#wm#"/>
  <p:tag name="KSO_WM_TEMPLATE_CATEGORY" val="custom"/>
  <p:tag name="KSO_WM_TEMPLATE_INDEX" val="307"/>
  <p:tag name="KSO_WM_SPECIAL_SOURCE" val="bdnull"/>
  <p:tag name="KSO_WM_SLIDE_TYPE" val="sectionTitle"/>
  <p:tag name="KSO_WM_TEMPLATE_SUBCATEGORY" val="29"/>
  <p:tag name="KSO_WM_TEMPLATE_COLOR_TYPE" val="0"/>
  <p:tag name="KSO_WM_TAG_VERSION" val="3.0"/>
  <p:tag name="KSO_WM_TEMPLATE_PLACEHOLDER_POS" val="256,60,448,255"/>
  <p:tag name="KSO_WM_SLIDE_SUBTYPE" val="pureTxt"/>
  <p:tag name="KSO_WM_SLIDE_ITEM_CNT" val="0"/>
  <p:tag name="KSO_WM_SLIDE_THEME_ID" val="20238937"/>
  <p:tag name="KSO_WM_SLIDE_INDEX" val="12"/>
  <p:tag name="KSO_WM_SLIDE_ID" val="custom307_12"/>
  <p:tag name="KSO_WM_SLIDE_LAYOUT" val="a_e"/>
  <p:tag name="KSO_WM_SLIDE_LAYOUT_CNT" val="1_1"/>
</p:tagLst>
</file>

<file path=ppt/tags/tag478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79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0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1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2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3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4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5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6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7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8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89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0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1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2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3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4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5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6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7.xml><?xml version="1.0" encoding="utf-8"?>
<p:tagLst xmlns:p="http://schemas.openxmlformats.org/presentationml/2006/main">
  <p:tag name="KSO_WM_DIAGRAM_VIRTUALLY_FRAME" val="{&quot;height&quot;:223.5,&quot;left&quot;:333.75,&quot;top&quot;:121.5,&quot;width&quot;:528.75}"/>
</p:tagLst>
</file>

<file path=ppt/tags/tag498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499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0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1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2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3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4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5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6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7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8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09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0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1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2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3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4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5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6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7.xml><?xml version="1.0" encoding="utf-8"?>
<p:tagLst xmlns:p="http://schemas.openxmlformats.org/presentationml/2006/main">
  <p:tag name="KSO_WM_DIAGRAM_VIRTUALLY_FRAME" val="{&quot;height&quot;:218.25,&quot;left&quot;:67.5,&quot;top&quot;:123.75,&quot;width&quot;:825}"/>
</p:tagLst>
</file>

<file path=ppt/tags/tag518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19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0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1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2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3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4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5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6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7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8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29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0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1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2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3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4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5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6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7.xml><?xml version="1.0" encoding="utf-8"?>
<p:tagLst xmlns:p="http://schemas.openxmlformats.org/presentationml/2006/main">
  <p:tag name="KSO_WM_DIAGRAM_VIRTUALLY_FRAME" val="{&quot;height&quot;:217.5,&quot;left&quot;:82.5,&quot;top&quot;:127.5,&quot;width&quot;:795}"/>
</p:tagLst>
</file>

<file path=ppt/tags/tag5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a6d24e7b6bee87cb90f45efc6b527bbe67a2882"/>
  <p:tag name="KSO_WM_NEWLAYOUT_GROUP_ID" val="layout_59"/>
  <p:tag name="KSO_WM_NEWLAYOUT_ID" val="slide_bb541080977a002b"/>
  <p:tag name="KSO_WM_UNIT_PRESET_TEXT" val="单击此处添加标题"/>
</p:tagLst>
</file>

<file path=ppt/tags/tag5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4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4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bb541080977a002b"/>
</p:tagLst>
</file>

<file path=ppt/tags/tag550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1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2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3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4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5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6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7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8.xml><?xml version="1.0" encoding="utf-8"?>
<p:tagLst xmlns:p="http://schemas.openxmlformats.org/presentationml/2006/main">
  <p:tag name="KSO_WM_DIAGRAM_VIRTUALLY_FRAME" val="{&quot;height&quot;:195,&quot;left&quot;:61.5,&quot;top&quot;:144.15,&quot;width&quot;:837}"/>
</p:tagLst>
</file>

<file path=ppt/tags/tag5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a*1"/>
  <p:tag name="KSO_WM_UNIT_LAYERLEVEL" val="1"/>
</p:tagLst>
</file>

<file path=ppt/tags/tag56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2*e*1"/>
  <p:tag name="KSO_WM_UNIT_LAYERLEVEL" val="1"/>
</p:tagLst>
</file>

<file path=ppt/tags/tag561.xml><?xml version="1.0" encoding="utf-8"?>
<p:tagLst xmlns:p="http://schemas.openxmlformats.org/presentationml/2006/main">
  <p:tag name="KSO_WM_BEAUTIFY_FLAG" val="#wm#"/>
  <p:tag name="KSO_WM_TEMPLATE_CATEGORY" val="custom"/>
  <p:tag name="KSO_WM_TEMPLATE_INDEX" val="307"/>
  <p:tag name="KSO_WM_SPECIAL_SOURCE" val="bdnull"/>
  <p:tag name="KSO_WM_SLIDE_TYPE" val="sectionTitle"/>
  <p:tag name="KSO_WM_TEMPLATE_SUBCATEGORY" val="29"/>
  <p:tag name="KSO_WM_TEMPLATE_COLOR_TYPE" val="0"/>
  <p:tag name="KSO_WM_TAG_VERSION" val="3.0"/>
  <p:tag name="KSO_WM_TEMPLATE_PLACEHOLDER_POS" val="256,60,448,255"/>
  <p:tag name="KSO_WM_SLIDE_SUBTYPE" val="pureTxt"/>
  <p:tag name="KSO_WM_SLIDE_ITEM_CNT" val="0"/>
  <p:tag name="KSO_WM_SLIDE_THEME_ID" val="20238937"/>
  <p:tag name="KSO_WM_SLIDE_INDEX" val="12"/>
  <p:tag name="KSO_WM_SLIDE_ID" val="custom307_12"/>
  <p:tag name="KSO_WM_SLIDE_LAYOUT" val="a_e"/>
  <p:tag name="KSO_WM_SLIDE_LAYOUT_CNT" val="1_1"/>
</p:tagLst>
</file>

<file path=ppt/tags/tag5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4*a*1"/>
  <p:tag name="KSO_WM_UNIT_LAYERLEVEL" val="1"/>
</p:tagLst>
</file>

<file path=ppt/tags/tag563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4*f*2"/>
  <p:tag name="KSO_WM_UNIT_LAYERLEVEL" val="1"/>
</p:tagLst>
</file>

<file path=ppt/tags/tag5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4*f*1"/>
  <p:tag name="KSO_WM_UNIT_LAYERLEVEL" val="1"/>
</p:tagLst>
</file>

<file path=ppt/tags/tag565.xml><?xml version="1.0" encoding="utf-8"?>
<p:tagLst xmlns:p="http://schemas.openxmlformats.org/presentationml/2006/main">
  <p:tag name="KSO_WM_UNIT_TYPE" val="f"/>
  <p:tag name="KSO_WM_UNIT_SUBTYPE" val="a"/>
  <p:tag name="KSO_WM_UNIT_INDEX" val="3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4*f*3"/>
  <p:tag name="KSO_WM_UNIT_LAYERLEVEL" val="1"/>
</p:tagLst>
</file>

<file path=ppt/tags/tag566.xml><?xml version="1.0" encoding="utf-8"?>
<p:tagLst xmlns:p="http://schemas.openxmlformats.org/presentationml/2006/main">
  <p:tag name="KSO_WM_UNIT_TYPE" val="f"/>
  <p:tag name="KSO_WM_UNIT_SUBTYPE" val="a"/>
  <p:tag name="KSO_WM_UNIT_INDEX" val="4"/>
  <p:tag name="KSO_WM_BEAUTIFY_FLAG" val="#wm#"/>
  <p:tag name="KSO_WM_TAG_VERSION" val="3.0"/>
  <p:tag name="KSO_WM_TEMPLATE_NEED_RESERVE" val="1"/>
  <p:tag name="KSO_WM_TEMPLATE_INDEX" val="307"/>
  <p:tag name="KSO_WM_TEMPLATE_CATEGORY" val="custom"/>
  <p:tag name="KSO_WM_UNIT_ID" val="custom307_14*f*4"/>
  <p:tag name="KSO_WM_UNIT_LAYERLEVEL" val="1"/>
</p:tagLst>
</file>

<file path=ppt/tags/tag567.xml><?xml version="1.0" encoding="utf-8"?>
<p:tagLst xmlns:p="http://schemas.openxmlformats.org/presentationml/2006/main">
  <p:tag name="KSO_WM_BEAUTIFY_FLAG" val="#wm#"/>
  <p:tag name="KSO_WM_TEMPLATE_CATEGORY" val="custom"/>
  <p:tag name="KSO_WM_TEMPLATE_INDEX" val="307"/>
  <p:tag name="KSO_WM_SPECIAL_SOURCE" val="bdnull"/>
  <p:tag name="KSO_WM_SLIDE_TYPE" val="endPage"/>
  <p:tag name="KSO_WM_TEMPLATE_SUBCATEGORY" val="29"/>
  <p:tag name="KSO_WM_TEMPLATE_COLOR_TYPE" val="0"/>
  <p:tag name="KSO_WM_TAG_VERSION" val="3.0"/>
  <p:tag name="KSO_WM_TEMPLATE_PLACEHOLDER_POS" val="48,43.125,912,361.875"/>
  <p:tag name="KSO_WM_SLIDE_SUBTYPE" val="pureTxt"/>
  <p:tag name="KSO_WM_SLIDE_ITEM_CNT" val="0"/>
  <p:tag name="KSO_WM_SLIDE_THEME_ID" val="20237170"/>
  <p:tag name="KSO_WM_SLIDE_INDEX" val="14"/>
  <p:tag name="KSO_WM_SLIDE_ID" val="custom307_14"/>
  <p:tag name="KSO_WM_SLIDE_LAYOUT" val="a_f"/>
  <p:tag name="KSO_WM_SLIDE_LAYOUT_CNT" val="1_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汉仪雅酷黑 65W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5294</Words>
  <Application>WPS 演示</Application>
  <PresentationFormat>宽屏</PresentationFormat>
  <Paragraphs>726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汉仪中简黑简</vt:lpstr>
      <vt:lpstr>黑体</vt:lpstr>
      <vt:lpstr>Wingdings</vt:lpstr>
      <vt:lpstr>Microsoft YaHei UI</vt:lpstr>
      <vt:lpstr>汉仪雅酷黑 65W</vt:lpstr>
      <vt:lpstr>Arial Unicode MS</vt:lpstr>
      <vt:lpstr>Calibri</vt:lpstr>
      <vt:lpstr>Office 主题</vt:lpstr>
      <vt:lpstr>Office 主题​​</vt:lpstr>
      <vt:lpstr>PowerPoint 演示文稿</vt:lpstr>
      <vt:lpstr>目录</vt:lpstr>
      <vt:lpstr>PowerPoint 演示文稿</vt:lpstr>
      <vt:lpstr>项目背景</vt:lpstr>
      <vt:lpstr>PowerPoint 演示文稿</vt:lpstr>
      <vt:lpstr>PowerPoint 演示文稿</vt:lpstr>
      <vt:lpstr>PowerPoint 演示文稿</vt:lpstr>
      <vt:lpstr>功能结构划分说明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数据模型与状态管理模块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WPS_133311626</cp:lastModifiedBy>
  <cp:revision>35</cp:revision>
  <dcterms:created xsi:type="dcterms:W3CDTF">2026-06-28T02:21:49Z</dcterms:created>
  <dcterms:modified xsi:type="dcterms:W3CDTF">2026-06-28T06:33:56Z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TemplateUUID">
    <vt:lpwstr>v1.0_mb_T5dNOa4iVIADdHeQlM2iFQ==</vt:lpwstr>
  </property>
  <property fmtid="{D5CDD505-2E9C-101B-9397-08002B2CF9AE}" pid="4" name="ICV">
    <vt:lpwstr>9F4219806A9E98B862F13F6A0E892C85_42</vt:lpwstr>
  </property>
</Properties>
</file>